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191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6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176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0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2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17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07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84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493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91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545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7F2F1-10AF-4866-8B55-0A76771825B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8448-CE7A-443D-AE70-4D6B7E603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30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1436914" y="744428"/>
            <a:ext cx="1711235" cy="5581512"/>
            <a:chOff x="1985554" y="1404902"/>
            <a:chExt cx="1084217" cy="3536376"/>
          </a:xfrm>
        </p:grpSpPr>
        <p:grpSp>
          <p:nvGrpSpPr>
            <p:cNvPr id="22" name="组合 21"/>
            <p:cNvGrpSpPr/>
            <p:nvPr/>
          </p:nvGrpSpPr>
          <p:grpSpPr>
            <a:xfrm>
              <a:off x="1985554" y="1483280"/>
              <a:ext cx="1084217" cy="3397874"/>
              <a:chOff x="1985554" y="1336766"/>
              <a:chExt cx="1763486" cy="3544388"/>
            </a:xfrm>
          </p:grpSpPr>
          <p:cxnSp>
            <p:nvCxnSpPr>
              <p:cNvPr id="7" name="直接连接符 6"/>
              <p:cNvCxnSpPr/>
              <p:nvPr/>
            </p:nvCxnSpPr>
            <p:spPr>
              <a:xfrm flipV="1">
                <a:off x="1985554" y="13367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 flipV="1">
                <a:off x="1985554" y="14891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V="1">
                <a:off x="1985554" y="16415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V="1">
                <a:off x="1985554" y="17939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V="1">
                <a:off x="1985554" y="19463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flipV="1">
                <a:off x="1985554" y="20987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V="1">
                <a:off x="1985554" y="22511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1985554" y="24035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 flipV="1">
                <a:off x="1985554" y="25559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flipV="1">
                <a:off x="1985554" y="27083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V="1">
                <a:off x="1985554" y="28607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1985554" y="30131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V="1">
                <a:off x="1985554" y="31655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V="1">
                <a:off x="1985554" y="33179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1985554" y="3470366"/>
                <a:ext cx="1763486" cy="141078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 flipH="1">
              <a:off x="2050866" y="1404902"/>
              <a:ext cx="953589" cy="3536376"/>
              <a:chOff x="5394960" y="733697"/>
              <a:chExt cx="1676400" cy="5061857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5394960" y="7336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5547360" y="8860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5699760" y="10384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5852160" y="11908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6004560" y="13432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6156960" y="14956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6309360" y="16480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6461760" y="18004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6614160" y="19528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6766560" y="21052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6918960" y="22576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7071360" y="2410097"/>
                <a:ext cx="0" cy="338545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椭圆 39"/>
          <p:cNvSpPr/>
          <p:nvPr/>
        </p:nvSpPr>
        <p:spPr>
          <a:xfrm>
            <a:off x="2694011" y="1959055"/>
            <a:ext cx="197358" cy="298291"/>
          </a:xfrm>
          <a:prstGeom prst="ellipse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3704555" y="850267"/>
            <a:ext cx="1570979" cy="5362912"/>
            <a:chOff x="1985554" y="1336766"/>
            <a:chExt cx="1763486" cy="3544388"/>
          </a:xfrm>
        </p:grpSpPr>
        <p:cxnSp>
          <p:nvCxnSpPr>
            <p:cNvPr id="59" name="直接连接符 58"/>
            <p:cNvCxnSpPr/>
            <p:nvPr/>
          </p:nvCxnSpPr>
          <p:spPr>
            <a:xfrm flipV="1">
              <a:off x="1985554" y="13367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1985554" y="16415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V="1">
              <a:off x="1985554" y="19463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V="1">
              <a:off x="1985554" y="22511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V="1">
              <a:off x="1985554" y="25559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V="1">
              <a:off x="1985554" y="28607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V="1">
              <a:off x="1985554" y="31655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V="1">
              <a:off x="1985554" y="34703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 flipH="1">
            <a:off x="3807639" y="894608"/>
            <a:ext cx="1368239" cy="5413462"/>
            <a:chOff x="5547360" y="886097"/>
            <a:chExt cx="1524000" cy="4909457"/>
          </a:xfrm>
        </p:grpSpPr>
        <p:cxnSp>
          <p:nvCxnSpPr>
            <p:cNvPr id="48" name="直接连接符 47"/>
            <p:cNvCxnSpPr/>
            <p:nvPr/>
          </p:nvCxnSpPr>
          <p:spPr>
            <a:xfrm>
              <a:off x="5547360" y="8860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5852160" y="11908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156960" y="14956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6461760" y="18004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6766560" y="21052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7071360" y="24100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椭圆 43"/>
          <p:cNvSpPr/>
          <p:nvPr/>
        </p:nvSpPr>
        <p:spPr>
          <a:xfrm>
            <a:off x="4671781" y="2896482"/>
            <a:ext cx="345300" cy="521894"/>
          </a:xfrm>
          <a:prstGeom prst="ellipse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107"/>
          <p:cNvGrpSpPr/>
          <p:nvPr/>
        </p:nvGrpSpPr>
        <p:grpSpPr>
          <a:xfrm>
            <a:off x="5913773" y="951737"/>
            <a:ext cx="1570979" cy="5362912"/>
            <a:chOff x="1985554" y="1336766"/>
            <a:chExt cx="1763486" cy="3544388"/>
          </a:xfrm>
        </p:grpSpPr>
        <p:cxnSp>
          <p:nvCxnSpPr>
            <p:cNvPr id="109" name="直接连接符 108"/>
            <p:cNvCxnSpPr/>
            <p:nvPr/>
          </p:nvCxnSpPr>
          <p:spPr>
            <a:xfrm flipV="1">
              <a:off x="1985554" y="13367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V="1">
              <a:off x="1985554" y="18701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V="1">
              <a:off x="1985554" y="24035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V="1">
              <a:off x="1985554" y="2936965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V="1">
              <a:off x="1985554" y="34703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7" name="组合 116"/>
          <p:cNvGrpSpPr/>
          <p:nvPr/>
        </p:nvGrpSpPr>
        <p:grpSpPr>
          <a:xfrm flipH="1">
            <a:off x="6030873" y="876179"/>
            <a:ext cx="1368239" cy="5413462"/>
            <a:chOff x="5547360" y="886097"/>
            <a:chExt cx="1524000" cy="4909457"/>
          </a:xfrm>
        </p:grpSpPr>
        <p:cxnSp>
          <p:nvCxnSpPr>
            <p:cNvPr id="118" name="直接连接符 117"/>
            <p:cNvCxnSpPr/>
            <p:nvPr/>
          </p:nvCxnSpPr>
          <p:spPr>
            <a:xfrm>
              <a:off x="5547360" y="8860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6055359" y="14956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6563360" y="21052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7071360" y="24100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" name="椭圆 123"/>
          <p:cNvSpPr/>
          <p:nvPr/>
        </p:nvSpPr>
        <p:spPr>
          <a:xfrm>
            <a:off x="6715778" y="3303009"/>
            <a:ext cx="583679" cy="882186"/>
          </a:xfrm>
          <a:prstGeom prst="ellipse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5" name="组合 124"/>
          <p:cNvGrpSpPr/>
          <p:nvPr/>
        </p:nvGrpSpPr>
        <p:grpSpPr>
          <a:xfrm>
            <a:off x="7999306" y="936447"/>
            <a:ext cx="1570979" cy="5362912"/>
            <a:chOff x="1985554" y="1336766"/>
            <a:chExt cx="1763486" cy="3544388"/>
          </a:xfrm>
        </p:grpSpPr>
        <p:cxnSp>
          <p:nvCxnSpPr>
            <p:cNvPr id="126" name="直接连接符 125"/>
            <p:cNvCxnSpPr/>
            <p:nvPr/>
          </p:nvCxnSpPr>
          <p:spPr>
            <a:xfrm flipV="1">
              <a:off x="1985554" y="13367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985554" y="24035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V="1">
              <a:off x="1985554" y="3470366"/>
              <a:ext cx="1763486" cy="14107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1" name="组合 130"/>
          <p:cNvGrpSpPr/>
          <p:nvPr/>
        </p:nvGrpSpPr>
        <p:grpSpPr>
          <a:xfrm flipH="1">
            <a:off x="8142531" y="860889"/>
            <a:ext cx="1342114" cy="5506607"/>
            <a:chOff x="5547361" y="886097"/>
            <a:chExt cx="1494901" cy="4993930"/>
          </a:xfrm>
        </p:grpSpPr>
        <p:cxnSp>
          <p:nvCxnSpPr>
            <p:cNvPr id="132" name="直接连接符 131"/>
            <p:cNvCxnSpPr/>
            <p:nvPr/>
          </p:nvCxnSpPr>
          <p:spPr>
            <a:xfrm>
              <a:off x="5547361" y="886097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6326882" y="1702172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7042262" y="2494570"/>
              <a:ext cx="0" cy="338545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6" name="椭圆 135"/>
          <p:cNvSpPr/>
          <p:nvPr/>
        </p:nvSpPr>
        <p:spPr>
          <a:xfrm>
            <a:off x="8689827" y="3564375"/>
            <a:ext cx="806576" cy="1219077"/>
          </a:xfrm>
          <a:prstGeom prst="ellipse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8" name="直接箭头连接符 137"/>
          <p:cNvCxnSpPr/>
          <p:nvPr/>
        </p:nvCxnSpPr>
        <p:spPr>
          <a:xfrm>
            <a:off x="1436914" y="6133168"/>
            <a:ext cx="8456032" cy="0"/>
          </a:xfrm>
          <a:prstGeom prst="straightConnector1">
            <a:avLst/>
          </a:prstGeom>
          <a:ln w="19050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文本框 138"/>
              <p:cNvSpPr txBox="1"/>
              <p:nvPr/>
            </p:nvSpPr>
            <p:spPr>
              <a:xfrm>
                <a:off x="9915745" y="5877183"/>
                <a:ext cx="277063" cy="43088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9" name="文本框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745" y="5877183"/>
                <a:ext cx="277063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直接箭头连接符 139"/>
          <p:cNvCxnSpPr/>
          <p:nvPr/>
        </p:nvCxnSpPr>
        <p:spPr>
          <a:xfrm flipH="1">
            <a:off x="2771412" y="2108200"/>
            <a:ext cx="7772147" cy="0"/>
          </a:xfrm>
          <a:prstGeom prst="straightConnector1">
            <a:avLst/>
          </a:prstGeom>
          <a:ln w="19050">
            <a:prstDash val="dash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/>
          <p:nvPr/>
        </p:nvCxnSpPr>
        <p:spPr>
          <a:xfrm flipH="1">
            <a:off x="4844432" y="3156188"/>
            <a:ext cx="5699127" cy="0"/>
          </a:xfrm>
          <a:prstGeom prst="straightConnector1">
            <a:avLst/>
          </a:prstGeom>
          <a:ln w="19050">
            <a:prstDash val="dash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接箭头连接符 144"/>
          <p:cNvCxnSpPr/>
          <p:nvPr/>
        </p:nvCxnSpPr>
        <p:spPr>
          <a:xfrm flipH="1">
            <a:off x="6943033" y="3750045"/>
            <a:ext cx="3600525" cy="0"/>
          </a:xfrm>
          <a:prstGeom prst="straightConnector1">
            <a:avLst/>
          </a:prstGeom>
          <a:ln w="19050">
            <a:prstDash val="dash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 flipH="1">
            <a:off x="9093116" y="4173913"/>
            <a:ext cx="1450443" cy="0"/>
          </a:xfrm>
          <a:prstGeom prst="straightConnector1">
            <a:avLst/>
          </a:prstGeom>
          <a:ln w="19050">
            <a:prstDash val="dash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03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4</cp:revision>
  <dcterms:created xsi:type="dcterms:W3CDTF">2018-12-31T16:16:40Z</dcterms:created>
  <dcterms:modified xsi:type="dcterms:W3CDTF">2018-12-31T16:36:30Z</dcterms:modified>
</cp:coreProperties>
</file>