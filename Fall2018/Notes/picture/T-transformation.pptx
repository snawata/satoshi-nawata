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>
        <p:scale>
          <a:sx n="130" d="100"/>
          <a:sy n="130" d="100"/>
        </p:scale>
        <p:origin x="-1854" y="-1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752D7-662B-4EED-8838-88CD6E031632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511F-A342-40C9-B496-D8BC007293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318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752D7-662B-4EED-8838-88CD6E031632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511F-A342-40C9-B496-D8BC007293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599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752D7-662B-4EED-8838-88CD6E031632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511F-A342-40C9-B496-D8BC007293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576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752D7-662B-4EED-8838-88CD6E031632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511F-A342-40C9-B496-D8BC007293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153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752D7-662B-4EED-8838-88CD6E031632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511F-A342-40C9-B496-D8BC007293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648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752D7-662B-4EED-8838-88CD6E031632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511F-A342-40C9-B496-D8BC007293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141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752D7-662B-4EED-8838-88CD6E031632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511F-A342-40C9-B496-D8BC007293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8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752D7-662B-4EED-8838-88CD6E031632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511F-A342-40C9-B496-D8BC007293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944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752D7-662B-4EED-8838-88CD6E031632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511F-A342-40C9-B496-D8BC007293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000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752D7-662B-4EED-8838-88CD6E031632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511F-A342-40C9-B496-D8BC007293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928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752D7-662B-4EED-8838-88CD6E031632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511F-A342-40C9-B496-D8BC007293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202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752D7-662B-4EED-8838-88CD6E031632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82511F-A342-40C9-B496-D8BC007293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58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平行四边形 46"/>
          <p:cNvSpPr/>
          <p:nvPr/>
        </p:nvSpPr>
        <p:spPr>
          <a:xfrm>
            <a:off x="3251993" y="3544928"/>
            <a:ext cx="3321006" cy="1154902"/>
          </a:xfrm>
          <a:prstGeom prst="parallelogram">
            <a:avLst>
              <a:gd name="adj" fmla="val 165540"/>
            </a:avLst>
          </a:prstGeom>
          <a:solidFill>
            <a:srgbClr val="7030A0">
              <a:alpha val="24000"/>
            </a:srgbClr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"/>
          <p:cNvCxnSpPr/>
          <p:nvPr/>
        </p:nvCxnSpPr>
        <p:spPr>
          <a:xfrm>
            <a:off x="2675040" y="4709432"/>
            <a:ext cx="4841836" cy="0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3227699" y="1562103"/>
            <a:ext cx="0" cy="3663040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3061160" y="2124719"/>
            <a:ext cx="1512000" cy="2880000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4447903" y="2124719"/>
            <a:ext cx="1512000" cy="2880000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5786846" y="2124719"/>
            <a:ext cx="1512000" cy="2880000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2952206" y="4711773"/>
            <a:ext cx="3310027" cy="0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500846" y="3547203"/>
            <a:ext cx="3420262" cy="0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4101737" y="2362196"/>
            <a:ext cx="3415139" cy="0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V="1">
            <a:off x="3238331" y="3534082"/>
            <a:ext cx="1972646" cy="1182790"/>
          </a:xfrm>
          <a:prstGeom prst="straightConnector1">
            <a:avLst/>
          </a:prstGeom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3251650" y="4712339"/>
            <a:ext cx="1342682" cy="0"/>
          </a:xfrm>
          <a:prstGeom prst="straightConnector1">
            <a:avLst/>
          </a:prstGeom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/>
              <p:cNvSpPr txBox="1"/>
              <p:nvPr/>
            </p:nvSpPr>
            <p:spPr>
              <a:xfrm>
                <a:off x="4530345" y="4707211"/>
                <a:ext cx="29655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46" name="文本框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0345" y="4707211"/>
                <a:ext cx="296556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/>
              <p:cNvSpPr txBox="1"/>
              <p:nvPr/>
            </p:nvSpPr>
            <p:spPr>
              <a:xfrm>
                <a:off x="4390671" y="3093159"/>
                <a:ext cx="89659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49" name="文本框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0671" y="3093159"/>
                <a:ext cx="89659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3364516" y="1644767"/>
                <a:ext cx="134742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CN" sz="2800" b="1" dirty="0" smtClean="0"/>
                  <a:t>-Plane</a:t>
                </a:r>
                <a:endParaRPr lang="zh-CN" altLang="en-US" sz="2800" b="1" dirty="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4516" y="1644767"/>
                <a:ext cx="1347420" cy="430887"/>
              </a:xfrm>
              <a:prstGeom prst="rect">
                <a:avLst/>
              </a:prstGeom>
              <a:blipFill>
                <a:blip r:embed="rId4"/>
                <a:stretch>
                  <a:fillRect t="-25714" r="-14480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接箭头连接符 33"/>
          <p:cNvCxnSpPr/>
          <p:nvPr/>
        </p:nvCxnSpPr>
        <p:spPr>
          <a:xfrm flipV="1">
            <a:off x="4564581" y="3537547"/>
            <a:ext cx="2005603" cy="1188927"/>
          </a:xfrm>
          <a:prstGeom prst="straightConnector1">
            <a:avLst/>
          </a:prstGeom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5210977" y="3547203"/>
            <a:ext cx="1342682" cy="0"/>
          </a:xfrm>
          <a:prstGeom prst="straightConnector1">
            <a:avLst/>
          </a:prstGeom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V="1">
            <a:off x="3211174" y="3547204"/>
            <a:ext cx="605895" cy="1181658"/>
          </a:xfrm>
          <a:prstGeom prst="straightConnector1">
            <a:avLst/>
          </a:prstGeom>
          <a:ln w="22225">
            <a:solidFill>
              <a:schemeClr val="accent3">
                <a:lumMod val="50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/>
              <p:cNvSpPr txBox="1"/>
              <p:nvPr/>
            </p:nvSpPr>
            <p:spPr>
              <a:xfrm>
                <a:off x="3608435" y="3093159"/>
                <a:ext cx="27058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zh-CN" altLang="en-US" sz="2000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1" name="文本框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435" y="3093159"/>
                <a:ext cx="270587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9828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8</Words>
  <Application>Microsoft Office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runkai</dc:creator>
  <cp:lastModifiedBy>tao runkai</cp:lastModifiedBy>
  <cp:revision>6</cp:revision>
  <dcterms:created xsi:type="dcterms:W3CDTF">2018-12-24T12:14:31Z</dcterms:created>
  <dcterms:modified xsi:type="dcterms:W3CDTF">2018-12-24T13:00:44Z</dcterms:modified>
</cp:coreProperties>
</file>