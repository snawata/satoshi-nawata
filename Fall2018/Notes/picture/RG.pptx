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C30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3" d="100"/>
          <a:sy n="73" d="100"/>
        </p:scale>
        <p:origin x="618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单击以编辑母版副标题样式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8D8247-9D94-4E02-AB19-9FCC892FD22C}" type="datetimeFigureOut">
              <a:rPr lang="zh-CN" altLang="en-US" smtClean="0"/>
              <a:t>2018/12/25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359FD6-CD96-4F72-8836-ED227D43C6B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381921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8D8247-9D94-4E02-AB19-9FCC892FD22C}" type="datetimeFigureOut">
              <a:rPr lang="zh-CN" altLang="en-US" smtClean="0"/>
              <a:t>2018/12/25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359FD6-CD96-4F72-8836-ED227D43C6B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380873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8D8247-9D94-4E02-AB19-9FCC892FD22C}" type="datetimeFigureOut">
              <a:rPr lang="zh-CN" altLang="en-US" smtClean="0"/>
              <a:t>2018/12/25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359FD6-CD96-4F72-8836-ED227D43C6B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230533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8D8247-9D94-4E02-AB19-9FCC892FD22C}" type="datetimeFigureOut">
              <a:rPr lang="zh-CN" altLang="en-US" smtClean="0"/>
              <a:t>2018/12/25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359FD6-CD96-4F72-8836-ED227D43C6B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36018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8D8247-9D94-4E02-AB19-9FCC892FD22C}" type="datetimeFigureOut">
              <a:rPr lang="zh-CN" altLang="en-US" smtClean="0"/>
              <a:t>2018/12/25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359FD6-CD96-4F72-8836-ED227D43C6B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49097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8D8247-9D94-4E02-AB19-9FCC892FD22C}" type="datetimeFigureOut">
              <a:rPr lang="zh-CN" altLang="en-US" smtClean="0"/>
              <a:t>2018/12/25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359FD6-CD96-4F72-8836-ED227D43C6B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63144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8D8247-9D94-4E02-AB19-9FCC892FD22C}" type="datetimeFigureOut">
              <a:rPr lang="zh-CN" altLang="en-US" smtClean="0"/>
              <a:t>2018/12/25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359FD6-CD96-4F72-8836-ED227D43C6B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678946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8D8247-9D94-4E02-AB19-9FCC892FD22C}" type="datetimeFigureOut">
              <a:rPr lang="zh-CN" altLang="en-US" smtClean="0"/>
              <a:t>2018/12/25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359FD6-CD96-4F72-8836-ED227D43C6B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632272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8D8247-9D94-4E02-AB19-9FCC892FD22C}" type="datetimeFigureOut">
              <a:rPr lang="zh-CN" altLang="en-US" smtClean="0"/>
              <a:t>2018/12/25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359FD6-CD96-4F72-8836-ED227D43C6B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200451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8D8247-9D94-4E02-AB19-9FCC892FD22C}" type="datetimeFigureOut">
              <a:rPr lang="zh-CN" altLang="en-US" smtClean="0"/>
              <a:t>2018/12/25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359FD6-CD96-4F72-8836-ED227D43C6B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643491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8D8247-9D94-4E02-AB19-9FCC892FD22C}" type="datetimeFigureOut">
              <a:rPr lang="zh-CN" altLang="en-US" smtClean="0"/>
              <a:t>2018/12/25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359FD6-CD96-4F72-8836-ED227D43C6B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841184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8D8247-9D94-4E02-AB19-9FCC892FD22C}" type="datetimeFigureOut">
              <a:rPr lang="zh-CN" altLang="en-US" smtClean="0"/>
              <a:t>2018/12/25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359FD6-CD96-4F72-8836-ED227D43C6B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496315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接箭头连接符 4"/>
          <p:cNvCxnSpPr/>
          <p:nvPr/>
        </p:nvCxnSpPr>
        <p:spPr>
          <a:xfrm>
            <a:off x="1584962" y="4180114"/>
            <a:ext cx="4354285" cy="0"/>
          </a:xfrm>
          <a:prstGeom prst="straightConnector1">
            <a:avLst/>
          </a:prstGeom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lg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9" name="直接箭头连接符 8"/>
          <p:cNvCxnSpPr/>
          <p:nvPr/>
        </p:nvCxnSpPr>
        <p:spPr>
          <a:xfrm flipV="1">
            <a:off x="2085705" y="2133600"/>
            <a:ext cx="0" cy="2621280"/>
          </a:xfrm>
          <a:prstGeom prst="straightConnector1">
            <a:avLst/>
          </a:prstGeom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lg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9" name="任意多边形 18"/>
          <p:cNvSpPr/>
          <p:nvPr/>
        </p:nvSpPr>
        <p:spPr>
          <a:xfrm>
            <a:off x="2098767" y="2603863"/>
            <a:ext cx="3370218" cy="2057399"/>
          </a:xfrm>
          <a:custGeom>
            <a:avLst/>
            <a:gdLst>
              <a:gd name="connsiteX0" fmla="*/ 0 w 3370218"/>
              <a:gd name="connsiteY0" fmla="*/ 1584960 h 2057399"/>
              <a:gd name="connsiteX1" fmla="*/ 1254035 w 3370218"/>
              <a:gd name="connsiteY1" fmla="*/ 1959428 h 2057399"/>
              <a:gd name="connsiteX2" fmla="*/ 3370218 w 3370218"/>
              <a:gd name="connsiteY2" fmla="*/ 0 h 20573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370218" h="2057399">
                <a:moveTo>
                  <a:pt x="0" y="1584960"/>
                </a:moveTo>
                <a:cubicBezTo>
                  <a:pt x="346166" y="1904274"/>
                  <a:pt x="692332" y="2223588"/>
                  <a:pt x="1254035" y="1959428"/>
                </a:cubicBezTo>
                <a:cubicBezTo>
                  <a:pt x="1815738" y="1695268"/>
                  <a:pt x="2592978" y="847634"/>
                  <a:pt x="3370218" y="0"/>
                </a:cubicBezTo>
              </a:path>
            </a:pathLst>
          </a:custGeom>
          <a:ln w="38100"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椭圆 21"/>
          <p:cNvSpPr/>
          <p:nvPr/>
        </p:nvSpPr>
        <p:spPr>
          <a:xfrm>
            <a:off x="3875311" y="4145290"/>
            <a:ext cx="78377" cy="78377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4" name="文本框 23"/>
              <p:cNvSpPr txBox="1"/>
              <p:nvPr/>
            </p:nvSpPr>
            <p:spPr>
              <a:xfrm>
                <a:off x="1317842" y="1948934"/>
                <a:ext cx="534239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𝛽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en-US" altLang="zh-CN" sz="2400" i="1">
                          <a:latin typeface="Cambria Math" panose="02040503050406030204" pitchFamily="18" charset="0"/>
                        </a:rPr>
                        <m:t>g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altLang="zh-CN" sz="2400" i="1" dirty="0" smtClean="0"/>
              </a:p>
            </p:txBody>
          </p:sp>
        </mc:Choice>
        <mc:Fallback>
          <p:sp>
            <p:nvSpPr>
              <p:cNvPr id="24" name="文本框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7842" y="1948934"/>
                <a:ext cx="534239" cy="369332"/>
              </a:xfrm>
              <a:prstGeom prst="rect">
                <a:avLst/>
              </a:prstGeom>
              <a:blipFill>
                <a:blip r:embed="rId2"/>
                <a:stretch>
                  <a:fillRect l="-26136" r="-39773" b="-35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6" name="矩形 25"/>
              <p:cNvSpPr/>
              <p:nvPr/>
            </p:nvSpPr>
            <p:spPr>
              <a:xfrm>
                <a:off x="3783876" y="4180114"/>
                <a:ext cx="555730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240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altLang="zh-CN" sz="2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g</m:t>
                          </m:r>
                        </m:e>
                        <m:sup>
                          <m:r>
                            <a:rPr lang="en-US" altLang="zh-CN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26" name="矩形 2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83876" y="4180114"/>
                <a:ext cx="555730" cy="461665"/>
              </a:xfrm>
              <a:prstGeom prst="rect">
                <a:avLst/>
              </a:prstGeom>
              <a:blipFill>
                <a:blip r:embed="rId3"/>
                <a:stretch>
                  <a:fillRect b="-10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文本框 26"/>
          <p:cNvSpPr txBox="1"/>
          <p:nvPr/>
        </p:nvSpPr>
        <p:spPr>
          <a:xfrm>
            <a:off x="4122530" y="4219238"/>
            <a:ext cx="90441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1" dirty="0" smtClean="0">
                <a:solidFill>
                  <a:srgbClr val="C00000"/>
                </a:solidFill>
              </a:rPr>
              <a:t>(CFT)</a:t>
            </a:r>
            <a:endParaRPr lang="zh-CN" altLang="en-US" sz="2400" b="1" dirty="0">
              <a:solidFill>
                <a:srgbClr val="C00000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8" name="文本框 27"/>
              <p:cNvSpPr txBox="1"/>
              <p:nvPr/>
            </p:nvSpPr>
            <p:spPr>
              <a:xfrm>
                <a:off x="5778134" y="4207071"/>
                <a:ext cx="237244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sz="2400" i="1">
                          <a:latin typeface="Cambria Math" panose="02040503050406030204" pitchFamily="18" charset="0"/>
                        </a:rPr>
                        <m:t>g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28" name="文本框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78134" y="4207071"/>
                <a:ext cx="237244" cy="369332"/>
              </a:xfrm>
              <a:prstGeom prst="rect">
                <a:avLst/>
              </a:prstGeom>
              <a:blipFill>
                <a:blip r:embed="rId4"/>
                <a:stretch>
                  <a:fillRect l="-28205" r="-28205" b="-2459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366188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141</TotalTime>
  <Words>8</Words>
  <Application>Microsoft Office PowerPoint</Application>
  <PresentationFormat>宽屏</PresentationFormat>
  <Paragraphs>4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等线</vt:lpstr>
      <vt:lpstr>等线 Light</vt:lpstr>
      <vt:lpstr>Arial</vt:lpstr>
      <vt:lpstr>Cambria Math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tao runkai</dc:creator>
  <cp:lastModifiedBy>tao runkai</cp:lastModifiedBy>
  <cp:revision>7</cp:revision>
  <cp:lastPrinted>2018-12-24T07:29:34Z</cp:lastPrinted>
  <dcterms:created xsi:type="dcterms:W3CDTF">2018-12-24T06:34:51Z</dcterms:created>
  <dcterms:modified xsi:type="dcterms:W3CDTF">2018-12-25T06:34:59Z</dcterms:modified>
</cp:coreProperties>
</file>