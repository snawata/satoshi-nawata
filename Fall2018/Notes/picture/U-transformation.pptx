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10" d="100"/>
          <a:sy n="110" d="100"/>
        </p:scale>
        <p:origin x="-984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19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21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1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03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18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81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04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34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70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01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3BBDB-6708-4AF9-B88A-62BC6368B398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B5B6D-D0F9-460A-AE70-59FB075D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60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 rot="-1860000">
            <a:off x="2802128" y="3205254"/>
            <a:ext cx="3450239" cy="700056"/>
          </a:xfrm>
          <a:prstGeom prst="parallelogram">
            <a:avLst>
              <a:gd name="adj" fmla="val 159472"/>
            </a:avLst>
          </a:prstGeom>
          <a:solidFill>
            <a:srgbClr val="7030A0">
              <a:alpha val="24000"/>
            </a:srgbClr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675040" y="4709432"/>
            <a:ext cx="4841836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3227699" y="1562103"/>
            <a:ext cx="0" cy="366304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061160" y="2124719"/>
            <a:ext cx="1512000" cy="288000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4447903" y="2124719"/>
            <a:ext cx="1512000" cy="288000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5786846" y="2124719"/>
            <a:ext cx="1512000" cy="288000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952206" y="4711773"/>
            <a:ext cx="3310027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500846" y="3547203"/>
            <a:ext cx="3420262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101737" y="2362196"/>
            <a:ext cx="3415139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207545" y="3542653"/>
            <a:ext cx="2003432" cy="1177665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561455" y="4751286"/>
                <a:ext cx="29655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455" y="4751286"/>
                <a:ext cx="29655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607116" y="3117534"/>
                <a:ext cx="27058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116" y="3117534"/>
                <a:ext cx="27058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3364516" y="1644767"/>
                <a:ext cx="134742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800" b="1" dirty="0" smtClean="0"/>
                  <a:t>-Plane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516" y="1644767"/>
                <a:ext cx="1347420" cy="430887"/>
              </a:xfrm>
              <a:prstGeom prst="rect">
                <a:avLst/>
              </a:prstGeom>
              <a:blipFill>
                <a:blip r:embed="rId4"/>
                <a:stretch>
                  <a:fillRect t="-25714" r="-14480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/>
          <p:cNvCxnSpPr/>
          <p:nvPr/>
        </p:nvCxnSpPr>
        <p:spPr>
          <a:xfrm flipV="1">
            <a:off x="3803703" y="2379628"/>
            <a:ext cx="2005603" cy="1188927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3199729" y="4714207"/>
            <a:ext cx="1455224" cy="0"/>
          </a:xfrm>
          <a:prstGeom prst="straightConnector1">
            <a:avLst/>
          </a:prstGeom>
          <a:ln w="22225">
            <a:solidFill>
              <a:schemeClr val="accent3">
                <a:lumMod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3223399" y="3547203"/>
            <a:ext cx="605828" cy="1154902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5218793" y="2352594"/>
            <a:ext cx="630868" cy="1193663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5160263" y="3534442"/>
                <a:ext cx="8965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263" y="3534442"/>
                <a:ext cx="89659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62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2</cp:revision>
  <dcterms:created xsi:type="dcterms:W3CDTF">2018-12-24T13:03:10Z</dcterms:created>
  <dcterms:modified xsi:type="dcterms:W3CDTF">2018-12-24T13:15:08Z</dcterms:modified>
</cp:coreProperties>
</file>