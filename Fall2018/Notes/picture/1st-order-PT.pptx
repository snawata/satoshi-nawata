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74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40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37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1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5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22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62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20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15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0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65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128AF-1856-4382-930B-8A574FB2816F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3E634-3ED7-45A1-8D57-EF43D29101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21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/>
          <p:cNvCxnSpPr/>
          <p:nvPr/>
        </p:nvCxnSpPr>
        <p:spPr>
          <a:xfrm>
            <a:off x="8637563" y="4297680"/>
            <a:ext cx="859522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5947954" y="2621280"/>
            <a:ext cx="13065" cy="335280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5947955" y="4297680"/>
            <a:ext cx="2689608" cy="0"/>
          </a:xfrm>
          <a:prstGeom prst="line">
            <a:avLst/>
          </a:prstGeom>
          <a:ln w="349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8581292" y="4241409"/>
            <a:ext cx="112542" cy="11254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8494535" y="4410221"/>
                <a:ext cx="39859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535" y="4410221"/>
                <a:ext cx="39859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9622290" y="4113014"/>
                <a:ext cx="237513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290" y="4113014"/>
                <a:ext cx="23751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518206" y="2436614"/>
                <a:ext cx="3430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206" y="2436614"/>
                <a:ext cx="3430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/>
          <p:cNvCxnSpPr/>
          <p:nvPr/>
        </p:nvCxnSpPr>
        <p:spPr>
          <a:xfrm flipH="1" flipV="1">
            <a:off x="6877937" y="3320811"/>
            <a:ext cx="2279" cy="585156"/>
          </a:xfrm>
          <a:prstGeom prst="straightConnector1">
            <a:avLst/>
          </a:prstGeom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7270016" y="3320811"/>
            <a:ext cx="2279" cy="585156"/>
          </a:xfrm>
          <a:prstGeom prst="straightConnector1">
            <a:avLst/>
          </a:prstGeom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7662095" y="3320811"/>
            <a:ext cx="2279" cy="585156"/>
          </a:xfrm>
          <a:prstGeom prst="straightConnector1">
            <a:avLst/>
          </a:prstGeom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6877937" y="4777290"/>
            <a:ext cx="2279" cy="585156"/>
          </a:xfrm>
          <a:prstGeom prst="straightConnector1">
            <a:avLst/>
          </a:prstGeom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7270016" y="4777290"/>
            <a:ext cx="2279" cy="585156"/>
          </a:xfrm>
          <a:prstGeom prst="straightConnector1">
            <a:avLst/>
          </a:prstGeom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7662095" y="4777290"/>
            <a:ext cx="2279" cy="585156"/>
          </a:xfrm>
          <a:prstGeom prst="straightConnector1">
            <a:avLst/>
          </a:prstGeom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343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5</cp:revision>
  <cp:lastPrinted>2018-12-24T11:26:08Z</cp:lastPrinted>
  <dcterms:created xsi:type="dcterms:W3CDTF">2018-12-24T11:15:07Z</dcterms:created>
  <dcterms:modified xsi:type="dcterms:W3CDTF">2018-12-27T07:51:24Z</dcterms:modified>
</cp:coreProperties>
</file>