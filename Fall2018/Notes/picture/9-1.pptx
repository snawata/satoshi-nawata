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6CB2-3A76-41B8-B999-27269C9C63B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F646-F815-46E5-A5AA-752668446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51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6CB2-3A76-41B8-B999-27269C9C63B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F646-F815-46E5-A5AA-752668446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235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6CB2-3A76-41B8-B999-27269C9C63B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F646-F815-46E5-A5AA-752668446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70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6CB2-3A76-41B8-B999-27269C9C63B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F646-F815-46E5-A5AA-752668446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689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6CB2-3A76-41B8-B999-27269C9C63B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F646-F815-46E5-A5AA-752668446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571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6CB2-3A76-41B8-B999-27269C9C63B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F646-F815-46E5-A5AA-752668446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92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6CB2-3A76-41B8-B999-27269C9C63B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F646-F815-46E5-A5AA-752668446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162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6CB2-3A76-41B8-B999-27269C9C63B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F646-F815-46E5-A5AA-752668446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761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6CB2-3A76-41B8-B999-27269C9C63B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F646-F815-46E5-A5AA-752668446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477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6CB2-3A76-41B8-B999-27269C9C63B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F646-F815-46E5-A5AA-752668446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3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6CB2-3A76-41B8-B999-27269C9C63B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F646-F815-46E5-A5AA-752668446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73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E6CB2-3A76-41B8-B999-27269C9C63B3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4F646-F815-46E5-A5AA-752668446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11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/>
          <p:cNvCxnSpPr/>
          <p:nvPr/>
        </p:nvCxnSpPr>
        <p:spPr>
          <a:xfrm flipV="1">
            <a:off x="1972491" y="492369"/>
            <a:ext cx="0" cy="430237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2110157" y="4916325"/>
            <a:ext cx="3826409" cy="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876843" y="1230420"/>
            <a:ext cx="2328203" cy="2841674"/>
          </a:xfrm>
          <a:prstGeom prst="rect">
            <a:avLst/>
          </a:prstGeom>
          <a:solidFill>
            <a:srgbClr val="7030A0">
              <a:alpha val="16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474720" y="2532185"/>
            <a:ext cx="10972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474720" y="2747387"/>
            <a:ext cx="10972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3474720" y="2532185"/>
            <a:ext cx="0" cy="2384139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569655" y="2532185"/>
            <a:ext cx="0" cy="2384139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1972491" y="2651257"/>
            <a:ext cx="1502229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474720" y="4811151"/>
            <a:ext cx="0" cy="2532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569655" y="4794741"/>
            <a:ext cx="0" cy="2532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474720" y="4916324"/>
            <a:ext cx="109493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1972491" y="1230420"/>
            <a:ext cx="904352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1972491" y="4072094"/>
            <a:ext cx="904352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/>
              <p:cNvSpPr txBox="1"/>
              <p:nvPr/>
            </p:nvSpPr>
            <p:spPr>
              <a:xfrm>
                <a:off x="2110157" y="292508"/>
                <a:ext cx="42697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altLang="zh-CN" sz="2800" b="0" dirty="0" smtClean="0"/>
              </a:p>
            </p:txBody>
          </p:sp>
        </mc:Choice>
        <mc:Fallback xmlns=""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157" y="292508"/>
                <a:ext cx="426976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6013769" y="4722316"/>
                <a:ext cx="29944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769" y="4722316"/>
                <a:ext cx="29944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/>
              <p:cNvSpPr txBox="1"/>
              <p:nvPr/>
            </p:nvSpPr>
            <p:spPr>
              <a:xfrm>
                <a:off x="3317882" y="4970508"/>
                <a:ext cx="31367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882" y="4970508"/>
                <a:ext cx="313676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/>
              <p:cNvSpPr txBox="1"/>
              <p:nvPr/>
            </p:nvSpPr>
            <p:spPr>
              <a:xfrm>
                <a:off x="4412817" y="4970508"/>
                <a:ext cx="31367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817" y="4970508"/>
                <a:ext cx="31367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/>
              <p:cNvSpPr txBox="1"/>
              <p:nvPr/>
            </p:nvSpPr>
            <p:spPr>
              <a:xfrm>
                <a:off x="3879162" y="4464672"/>
                <a:ext cx="32893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162" y="4464672"/>
                <a:ext cx="32893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/>
              <p:cNvSpPr txBox="1"/>
              <p:nvPr/>
            </p:nvSpPr>
            <p:spPr>
              <a:xfrm>
                <a:off x="5081589" y="4446010"/>
                <a:ext cx="3430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589" y="4446010"/>
                <a:ext cx="34304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/>
              <p:cNvSpPr txBox="1"/>
              <p:nvPr/>
            </p:nvSpPr>
            <p:spPr>
              <a:xfrm>
                <a:off x="2662628" y="4464671"/>
                <a:ext cx="3430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628" y="4464671"/>
                <a:ext cx="343043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/>
              <p:cNvSpPr txBox="1"/>
              <p:nvPr/>
            </p:nvSpPr>
            <p:spPr>
              <a:xfrm>
                <a:off x="1187073" y="3856650"/>
                <a:ext cx="6716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−∞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073" y="3856650"/>
                <a:ext cx="67165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/>
              <p:cNvSpPr txBox="1"/>
              <p:nvPr/>
            </p:nvSpPr>
            <p:spPr>
              <a:xfrm>
                <a:off x="1184486" y="1014976"/>
                <a:ext cx="6716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+∞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486" y="1014976"/>
                <a:ext cx="671659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/>
              <p:cNvSpPr txBox="1"/>
              <p:nvPr/>
            </p:nvSpPr>
            <p:spPr>
              <a:xfrm>
                <a:off x="1457145" y="2428111"/>
                <a:ext cx="2965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145" y="2428111"/>
                <a:ext cx="29655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/>
              <p:cNvSpPr txBox="1"/>
              <p:nvPr/>
            </p:nvSpPr>
            <p:spPr>
              <a:xfrm>
                <a:off x="3864142" y="1993456"/>
                <a:ext cx="548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142" y="1993456"/>
                <a:ext cx="548675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/>
              <p:cNvSpPr txBox="1"/>
              <p:nvPr/>
            </p:nvSpPr>
            <p:spPr>
              <a:xfrm>
                <a:off x="3864141" y="2809225"/>
                <a:ext cx="548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141" y="2809225"/>
                <a:ext cx="548675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5947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4</cp:revision>
  <dcterms:created xsi:type="dcterms:W3CDTF">2018-12-31T11:29:19Z</dcterms:created>
  <dcterms:modified xsi:type="dcterms:W3CDTF">2018-12-31T12:30:37Z</dcterms:modified>
</cp:coreProperties>
</file>