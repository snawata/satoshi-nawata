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68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52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2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7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4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0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20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38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68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7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42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53DF9-9474-4AD7-B378-DF180EA811C5}" type="datetimeFigureOut">
              <a:rPr lang="zh-CN" altLang="en-US" smtClean="0"/>
              <a:t>2018/12/31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D43E7-5FF0-4019-986E-B6860A44B2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rot="8100000">
            <a:off x="7413470" y="1203301"/>
            <a:ext cx="0" cy="396795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rot="8100000" flipH="1">
            <a:off x="2623731" y="3187276"/>
            <a:ext cx="3967950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204823" y="4590159"/>
            <a:ext cx="561153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4726745" y="3038623"/>
            <a:ext cx="4089608" cy="155153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>
            <a:off x="3204824" y="3698816"/>
            <a:ext cx="4722434" cy="89134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 flipV="1">
            <a:off x="4726746" y="3038624"/>
            <a:ext cx="3200512" cy="66019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6251230" y="2982738"/>
                <a:ext cx="9789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230" y="2982738"/>
                <a:ext cx="97898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6553294" y="4653234"/>
                <a:ext cx="9789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94" y="4653234"/>
                <a:ext cx="97898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5401573" y="3724028"/>
                <a:ext cx="3289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73" y="3724028"/>
                <a:ext cx="32893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7142185" y="4044619"/>
                <a:ext cx="3430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185" y="4044619"/>
                <a:ext cx="34304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箭头连接符 36"/>
          <p:cNvCxnSpPr/>
          <p:nvPr/>
        </p:nvCxnSpPr>
        <p:spPr>
          <a:xfrm>
            <a:off x="6010587" y="1784393"/>
            <a:ext cx="0" cy="3524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5730509" y="5093535"/>
                <a:ext cx="24763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509" y="5093535"/>
                <a:ext cx="24763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/>
              <p:cNvSpPr txBox="1"/>
              <p:nvPr/>
            </p:nvSpPr>
            <p:spPr>
              <a:xfrm>
                <a:off x="5836276" y="1338848"/>
                <a:ext cx="3486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276" y="1338848"/>
                <a:ext cx="34862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/>
          <p:cNvCxnSpPr/>
          <p:nvPr/>
        </p:nvCxnSpPr>
        <p:spPr>
          <a:xfrm flipH="1">
            <a:off x="3411941" y="1784393"/>
            <a:ext cx="51997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3055101" y="1580033"/>
                <a:ext cx="29944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101" y="1580033"/>
                <a:ext cx="29944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34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3</cp:revision>
  <dcterms:created xsi:type="dcterms:W3CDTF">2018-12-31T15:33:00Z</dcterms:created>
  <dcterms:modified xsi:type="dcterms:W3CDTF">2018-12-31T15:49:01Z</dcterms:modified>
</cp:coreProperties>
</file>