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66" y="-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0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9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30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8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28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47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71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17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62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83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D4D27-DFBB-4F3A-8B01-9F1A656F5D0F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8F43D-B5EB-406E-A6E9-C6DC3255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3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827213" y="768652"/>
            <a:ext cx="1552354" cy="2110031"/>
            <a:chOff x="869743" y="1303020"/>
            <a:chExt cx="1552354" cy="2110031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645920" y="1303020"/>
              <a:ext cx="0" cy="21100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弧形 6"/>
            <p:cNvSpPr/>
            <p:nvPr/>
          </p:nvSpPr>
          <p:spPr>
            <a:xfrm>
              <a:off x="869743" y="1619073"/>
              <a:ext cx="1552354" cy="861237"/>
            </a:xfrm>
            <a:prstGeom prst="arc">
              <a:avLst>
                <a:gd name="adj1" fmla="val 16200000"/>
                <a:gd name="adj2" fmla="val 537055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/>
          </p:nvSpPr>
          <p:spPr>
            <a:xfrm>
              <a:off x="869743" y="2207717"/>
              <a:ext cx="1552354" cy="861237"/>
            </a:xfrm>
            <a:prstGeom prst="arc">
              <a:avLst>
                <a:gd name="adj1" fmla="val 16200000"/>
                <a:gd name="adj2" fmla="val 5370557"/>
              </a:avLst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1424652" y="1774896"/>
                  <a:ext cx="23493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2" y="1774896"/>
                  <a:ext cx="234936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23684" r="-23684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1424651" y="2203311"/>
                  <a:ext cx="2457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1" y="2203311"/>
                  <a:ext cx="245708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2500" r="-20000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1424651" y="2638335"/>
                  <a:ext cx="2341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1" y="2638335"/>
                  <a:ext cx="234103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3684" r="-18421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/>
          <p:cNvGrpSpPr/>
          <p:nvPr/>
        </p:nvGrpSpPr>
        <p:grpSpPr>
          <a:xfrm>
            <a:off x="3116441" y="768652"/>
            <a:ext cx="1575822" cy="2110031"/>
            <a:chOff x="3074226" y="1281014"/>
            <a:chExt cx="1575822" cy="2110031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3850404" y="1281014"/>
              <a:ext cx="0" cy="21100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弧形 16"/>
            <p:cNvSpPr/>
            <p:nvPr/>
          </p:nvSpPr>
          <p:spPr>
            <a:xfrm>
              <a:off x="3074227" y="1597067"/>
              <a:ext cx="1552354" cy="861237"/>
            </a:xfrm>
            <a:prstGeom prst="arc">
              <a:avLst>
                <a:gd name="adj1" fmla="val 16200000"/>
                <a:gd name="adj2" fmla="val 1660611"/>
              </a:avLst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弧形 17"/>
            <p:cNvSpPr/>
            <p:nvPr/>
          </p:nvSpPr>
          <p:spPr>
            <a:xfrm>
              <a:off x="3074227" y="2185711"/>
              <a:ext cx="1552354" cy="861237"/>
            </a:xfrm>
            <a:prstGeom prst="arc">
              <a:avLst>
                <a:gd name="adj1" fmla="val 19899943"/>
                <a:gd name="adj2" fmla="val 5370557"/>
              </a:avLst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3629136" y="1752890"/>
                  <a:ext cx="23493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136" y="1752890"/>
                  <a:ext cx="234936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0513" r="-23077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3629135" y="2181305"/>
                  <a:ext cx="2457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135" y="2181305"/>
                  <a:ext cx="245708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9512" r="-19512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629135" y="2616329"/>
                  <a:ext cx="2341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135" y="2616329"/>
                  <a:ext cx="234103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0513" r="-17949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弧形 21"/>
            <p:cNvSpPr/>
            <p:nvPr/>
          </p:nvSpPr>
          <p:spPr>
            <a:xfrm>
              <a:off x="3074226" y="1597066"/>
              <a:ext cx="1552354" cy="861237"/>
            </a:xfrm>
            <a:prstGeom prst="arc">
              <a:avLst>
                <a:gd name="adj1" fmla="val 1573621"/>
                <a:gd name="adj2" fmla="val 5279788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弧形 22"/>
            <p:cNvSpPr/>
            <p:nvPr/>
          </p:nvSpPr>
          <p:spPr>
            <a:xfrm>
              <a:off x="3097694" y="2199733"/>
              <a:ext cx="1552354" cy="861237"/>
            </a:xfrm>
            <a:prstGeom prst="arc">
              <a:avLst>
                <a:gd name="adj1" fmla="val 16043791"/>
                <a:gd name="adj2" fmla="val 19873614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429136" y="768652"/>
            <a:ext cx="1213377" cy="2110031"/>
            <a:chOff x="5471666" y="1279014"/>
            <a:chExt cx="1213377" cy="211003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6101823" y="1279014"/>
              <a:ext cx="0" cy="21100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弧形 24"/>
            <p:cNvSpPr/>
            <p:nvPr/>
          </p:nvSpPr>
          <p:spPr>
            <a:xfrm>
              <a:off x="5471666" y="1619073"/>
              <a:ext cx="1213377" cy="1473887"/>
            </a:xfrm>
            <a:prstGeom prst="arc">
              <a:avLst>
                <a:gd name="adj1" fmla="val 16200000"/>
                <a:gd name="adj2" fmla="val 5333236"/>
              </a:avLst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5880555" y="1750890"/>
                  <a:ext cx="23493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555" y="1750890"/>
                  <a:ext cx="234936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23684" r="-23684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5880554" y="2179305"/>
                  <a:ext cx="2457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554" y="2179305"/>
                  <a:ext cx="245708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22500" r="-20000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5880554" y="2614329"/>
                  <a:ext cx="2341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554" y="2614329"/>
                  <a:ext cx="234103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23684" r="-18421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弧形 29"/>
            <p:cNvSpPr/>
            <p:nvPr/>
          </p:nvSpPr>
          <p:spPr>
            <a:xfrm>
              <a:off x="5628991" y="2209996"/>
              <a:ext cx="945664" cy="264170"/>
            </a:xfrm>
            <a:prstGeom prst="arc">
              <a:avLst>
                <a:gd name="adj1" fmla="val 16295325"/>
                <a:gd name="adj2" fmla="val 5279788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2872426" y="1638165"/>
                <a:ext cx="314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426" y="1638165"/>
                <a:ext cx="314189" cy="369332"/>
              </a:xfrm>
              <a:prstGeom prst="rect">
                <a:avLst/>
              </a:prstGeom>
              <a:blipFill>
                <a:blip r:embed="rId11"/>
                <a:stretch>
                  <a:fillRect l="-7692" r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129180" y="1650927"/>
                <a:ext cx="3157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180" y="1650927"/>
                <a:ext cx="315792" cy="369332"/>
              </a:xfrm>
              <a:prstGeom prst="rect">
                <a:avLst/>
              </a:prstGeom>
              <a:blipFill>
                <a:blip r:embed="rId12"/>
                <a:stretch>
                  <a:fillRect l="-21154" r="-1923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/>
          <p:cNvGrpSpPr/>
          <p:nvPr/>
        </p:nvGrpSpPr>
        <p:grpSpPr>
          <a:xfrm>
            <a:off x="817423" y="3730449"/>
            <a:ext cx="1552354" cy="2110031"/>
            <a:chOff x="869743" y="1303020"/>
            <a:chExt cx="1552354" cy="2110031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1645920" y="1303020"/>
              <a:ext cx="0" cy="21100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弧形 39"/>
            <p:cNvSpPr/>
            <p:nvPr/>
          </p:nvSpPr>
          <p:spPr>
            <a:xfrm>
              <a:off x="869743" y="1619073"/>
              <a:ext cx="1552354" cy="861237"/>
            </a:xfrm>
            <a:prstGeom prst="arc">
              <a:avLst>
                <a:gd name="adj1" fmla="val 16200000"/>
                <a:gd name="adj2" fmla="val 537055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弧形 40"/>
            <p:cNvSpPr/>
            <p:nvPr/>
          </p:nvSpPr>
          <p:spPr>
            <a:xfrm>
              <a:off x="869743" y="2207717"/>
              <a:ext cx="1552354" cy="861237"/>
            </a:xfrm>
            <a:prstGeom prst="arc">
              <a:avLst>
                <a:gd name="adj1" fmla="val 16200000"/>
                <a:gd name="adj2" fmla="val 5370557"/>
              </a:avLst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1424652" y="1774896"/>
                  <a:ext cx="23493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2" y="1774896"/>
                  <a:ext cx="234936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20513" r="-23077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1424651" y="2203311"/>
                  <a:ext cx="2457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1" y="2203311"/>
                  <a:ext cx="245708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20000" r="-22500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本框 43"/>
                <p:cNvSpPr txBox="1"/>
                <p:nvPr/>
              </p:nvSpPr>
              <p:spPr>
                <a:xfrm>
                  <a:off x="1424651" y="2638335"/>
                  <a:ext cx="2341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44" name="文本框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651" y="2638335"/>
                  <a:ext cx="234103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20513" r="-17949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/>
          <p:cNvCxnSpPr/>
          <p:nvPr/>
        </p:nvCxnSpPr>
        <p:spPr>
          <a:xfrm>
            <a:off x="3882829" y="3730449"/>
            <a:ext cx="0" cy="21100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弧形 46"/>
          <p:cNvSpPr/>
          <p:nvPr/>
        </p:nvSpPr>
        <p:spPr>
          <a:xfrm>
            <a:off x="3106652" y="4046502"/>
            <a:ext cx="1552354" cy="861237"/>
          </a:xfrm>
          <a:prstGeom prst="arc">
            <a:avLst>
              <a:gd name="adj1" fmla="val 16200000"/>
              <a:gd name="adj2" fmla="val 166061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弧形 47"/>
          <p:cNvSpPr/>
          <p:nvPr/>
        </p:nvSpPr>
        <p:spPr>
          <a:xfrm>
            <a:off x="3106652" y="4635146"/>
            <a:ext cx="1552354" cy="861237"/>
          </a:xfrm>
          <a:prstGeom prst="arc">
            <a:avLst>
              <a:gd name="adj1" fmla="val 19899943"/>
              <a:gd name="adj2" fmla="val 5370557"/>
            </a:avLst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661561" y="4202325"/>
                <a:ext cx="2349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61" y="4202325"/>
                <a:ext cx="234936" cy="307777"/>
              </a:xfrm>
              <a:prstGeom prst="rect">
                <a:avLst/>
              </a:prstGeom>
              <a:blipFill>
                <a:blip r:embed="rId16"/>
                <a:stretch>
                  <a:fillRect l="-23684" r="-23684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3661560" y="4630740"/>
                <a:ext cx="2457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60" y="4630740"/>
                <a:ext cx="245708" cy="307777"/>
              </a:xfrm>
              <a:prstGeom prst="rect">
                <a:avLst/>
              </a:prstGeom>
              <a:blipFill>
                <a:blip r:embed="rId17"/>
                <a:stretch>
                  <a:fillRect l="-22500" r="-20000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3661560" y="5065764"/>
                <a:ext cx="2341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60" y="5065764"/>
                <a:ext cx="234103" cy="307777"/>
              </a:xfrm>
              <a:prstGeom prst="rect">
                <a:avLst/>
              </a:prstGeom>
              <a:blipFill>
                <a:blip r:embed="rId18"/>
                <a:stretch>
                  <a:fillRect l="-23684" r="-18421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弧形 51"/>
          <p:cNvSpPr/>
          <p:nvPr/>
        </p:nvSpPr>
        <p:spPr>
          <a:xfrm>
            <a:off x="3106651" y="4046501"/>
            <a:ext cx="1552354" cy="861237"/>
          </a:xfrm>
          <a:prstGeom prst="arc">
            <a:avLst>
              <a:gd name="adj1" fmla="val 1573621"/>
              <a:gd name="adj2" fmla="val 5279788"/>
            </a:avLst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弧形 52"/>
          <p:cNvSpPr/>
          <p:nvPr/>
        </p:nvSpPr>
        <p:spPr>
          <a:xfrm>
            <a:off x="3130119" y="4649168"/>
            <a:ext cx="1552354" cy="861237"/>
          </a:xfrm>
          <a:prstGeom prst="arc">
            <a:avLst>
              <a:gd name="adj1" fmla="val 16043791"/>
              <a:gd name="adj2" fmla="val 19873614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>
            <a:off x="6049503" y="3730449"/>
            <a:ext cx="0" cy="21100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弧形 55"/>
          <p:cNvSpPr/>
          <p:nvPr/>
        </p:nvSpPr>
        <p:spPr>
          <a:xfrm>
            <a:off x="5408713" y="4925601"/>
            <a:ext cx="1314109" cy="618794"/>
          </a:xfrm>
          <a:prstGeom prst="arc">
            <a:avLst>
              <a:gd name="adj1" fmla="val 16200000"/>
              <a:gd name="adj2" fmla="val 5333236"/>
            </a:avLst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5828235" y="4202325"/>
                <a:ext cx="2349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235" y="4202325"/>
                <a:ext cx="234936" cy="307777"/>
              </a:xfrm>
              <a:prstGeom prst="rect">
                <a:avLst/>
              </a:prstGeom>
              <a:blipFill>
                <a:blip r:embed="rId19"/>
                <a:stretch>
                  <a:fillRect l="-20513" r="-23077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5828234" y="4630740"/>
                <a:ext cx="2457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234" y="4630740"/>
                <a:ext cx="245708" cy="307777"/>
              </a:xfrm>
              <a:prstGeom prst="rect">
                <a:avLst/>
              </a:prstGeom>
              <a:blipFill>
                <a:blip r:embed="rId20"/>
                <a:stretch>
                  <a:fillRect l="-20000" r="-22500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5828234" y="5065764"/>
                <a:ext cx="2341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234" y="5065764"/>
                <a:ext cx="234103" cy="307777"/>
              </a:xfrm>
              <a:prstGeom prst="rect">
                <a:avLst/>
              </a:prstGeom>
              <a:blipFill>
                <a:blip r:embed="rId21"/>
                <a:stretch>
                  <a:fillRect l="-21053" r="-21053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2862636" y="4599962"/>
                <a:ext cx="314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636" y="4599962"/>
                <a:ext cx="314189" cy="369332"/>
              </a:xfrm>
              <a:prstGeom prst="rect">
                <a:avLst/>
              </a:prstGeom>
              <a:blipFill>
                <a:blip r:embed="rId22"/>
                <a:stretch>
                  <a:fillRect l="-7843" r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5119390" y="4612724"/>
                <a:ext cx="3157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90" y="4612724"/>
                <a:ext cx="315792" cy="369332"/>
              </a:xfrm>
              <a:prstGeom prst="rect">
                <a:avLst/>
              </a:prstGeom>
              <a:blipFill>
                <a:blip r:embed="rId23"/>
                <a:stretch>
                  <a:fillRect l="-21154" r="-1923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弧形 63"/>
          <p:cNvSpPr/>
          <p:nvPr/>
        </p:nvSpPr>
        <p:spPr>
          <a:xfrm>
            <a:off x="5392447" y="4025258"/>
            <a:ext cx="1314109" cy="618794"/>
          </a:xfrm>
          <a:prstGeom prst="arc">
            <a:avLst>
              <a:gd name="adj1" fmla="val 16200000"/>
              <a:gd name="adj2" fmla="val 5333236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3660835" y="309749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(a)</a:t>
            </a:r>
            <a:endParaRPr lang="zh-CN" altLang="en-US" sz="20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3660835" y="60282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smtClean="0"/>
              <a:t>(b)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30304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2019-01-01T05:45:52Z</dcterms:created>
  <dcterms:modified xsi:type="dcterms:W3CDTF">2019-01-01T05:56:52Z</dcterms:modified>
</cp:coreProperties>
</file>