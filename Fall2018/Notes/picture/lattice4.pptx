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20" d="100"/>
          <a:sy n="120" d="100"/>
        </p:scale>
        <p:origin x="-1908" y="-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3C1DD-B5E8-4662-816B-AEF31874FE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241-6E0D-49A1-A449-3E1CD2D7D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435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3C1DD-B5E8-4662-816B-AEF31874FE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241-6E0D-49A1-A449-3E1CD2D7D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987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3C1DD-B5E8-4662-816B-AEF31874FE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241-6E0D-49A1-A449-3E1CD2D7D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95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3C1DD-B5E8-4662-816B-AEF31874FE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241-6E0D-49A1-A449-3E1CD2D7D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553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3C1DD-B5E8-4662-816B-AEF31874FE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241-6E0D-49A1-A449-3E1CD2D7D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72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3C1DD-B5E8-4662-816B-AEF31874FE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241-6E0D-49A1-A449-3E1CD2D7D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385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3C1DD-B5E8-4662-816B-AEF31874FE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241-6E0D-49A1-A449-3E1CD2D7D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245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3C1DD-B5E8-4662-816B-AEF31874FE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241-6E0D-49A1-A449-3E1CD2D7D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971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3C1DD-B5E8-4662-816B-AEF31874FE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241-6E0D-49A1-A449-3E1CD2D7D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919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3C1DD-B5E8-4662-816B-AEF31874FE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241-6E0D-49A1-A449-3E1CD2D7D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828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3C1DD-B5E8-4662-816B-AEF31874FE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241-6E0D-49A1-A449-3E1CD2D7D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37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3C1DD-B5E8-4662-816B-AEF31874FEE9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E5241-6E0D-49A1-A449-3E1CD2D7D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210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3422469" y="1606731"/>
            <a:ext cx="0" cy="3600000"/>
          </a:xfrm>
          <a:prstGeom prst="line">
            <a:avLst/>
          </a:prstGeom>
          <a:ln w="254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3782469" y="1606731"/>
            <a:ext cx="0" cy="3600000"/>
          </a:xfrm>
          <a:prstGeom prst="line">
            <a:avLst/>
          </a:prstGeom>
          <a:ln w="254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142470" y="1606731"/>
            <a:ext cx="0" cy="3600000"/>
          </a:xfrm>
          <a:prstGeom prst="line">
            <a:avLst/>
          </a:prstGeom>
          <a:ln w="254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502470" y="1606731"/>
            <a:ext cx="0" cy="3600000"/>
          </a:xfrm>
          <a:prstGeom prst="line">
            <a:avLst/>
          </a:prstGeom>
          <a:ln w="254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862471" y="1606731"/>
            <a:ext cx="0" cy="3600000"/>
          </a:xfrm>
          <a:prstGeom prst="line">
            <a:avLst/>
          </a:prstGeom>
          <a:ln w="254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222471" y="1606731"/>
            <a:ext cx="0" cy="3600000"/>
          </a:xfrm>
          <a:prstGeom prst="line">
            <a:avLst/>
          </a:prstGeom>
          <a:ln w="254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582471" y="1606731"/>
            <a:ext cx="0" cy="3600000"/>
          </a:xfrm>
          <a:prstGeom prst="line">
            <a:avLst/>
          </a:prstGeom>
          <a:ln w="254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942472" y="1606731"/>
            <a:ext cx="0" cy="3600000"/>
          </a:xfrm>
          <a:prstGeom prst="line">
            <a:avLst/>
          </a:prstGeom>
          <a:ln w="254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662473" y="1606731"/>
            <a:ext cx="0" cy="3600000"/>
          </a:xfrm>
          <a:prstGeom prst="line">
            <a:avLst/>
          </a:prstGeom>
          <a:ln w="254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302472" y="1606731"/>
            <a:ext cx="0" cy="3600000"/>
          </a:xfrm>
          <a:prstGeom prst="line">
            <a:avLst/>
          </a:prstGeom>
          <a:ln w="254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7022473" y="1606731"/>
            <a:ext cx="0" cy="3600000"/>
          </a:xfrm>
          <a:prstGeom prst="line">
            <a:avLst/>
          </a:prstGeom>
          <a:ln w="254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742469" y="1606731"/>
            <a:ext cx="0" cy="3600000"/>
          </a:xfrm>
          <a:prstGeom prst="line">
            <a:avLst/>
          </a:prstGeom>
          <a:ln w="254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382473" y="1606731"/>
            <a:ext cx="0" cy="3600000"/>
          </a:xfrm>
          <a:prstGeom prst="line">
            <a:avLst/>
          </a:prstGeom>
          <a:ln w="254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3422469" y="1606731"/>
            <a:ext cx="4320000" cy="0"/>
          </a:xfrm>
          <a:prstGeom prst="line">
            <a:avLst/>
          </a:prstGeom>
          <a:ln w="254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3422469" y="2121017"/>
            <a:ext cx="4320000" cy="0"/>
          </a:xfrm>
          <a:prstGeom prst="line">
            <a:avLst/>
          </a:prstGeom>
          <a:ln w="254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3422469" y="2635303"/>
            <a:ext cx="4320000" cy="0"/>
          </a:xfrm>
          <a:prstGeom prst="line">
            <a:avLst/>
          </a:prstGeom>
          <a:ln w="254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3422469" y="3149589"/>
            <a:ext cx="4320000" cy="0"/>
          </a:xfrm>
          <a:prstGeom prst="line">
            <a:avLst/>
          </a:prstGeom>
          <a:ln w="254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3422469" y="3663875"/>
            <a:ext cx="4320000" cy="0"/>
          </a:xfrm>
          <a:prstGeom prst="line">
            <a:avLst/>
          </a:prstGeom>
          <a:ln w="254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3422469" y="4178161"/>
            <a:ext cx="4320000" cy="0"/>
          </a:xfrm>
          <a:prstGeom prst="line">
            <a:avLst/>
          </a:prstGeom>
          <a:ln w="254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3422469" y="4692447"/>
            <a:ext cx="4320000" cy="0"/>
          </a:xfrm>
          <a:prstGeom prst="line">
            <a:avLst/>
          </a:prstGeom>
          <a:ln w="254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3422469" y="5206731"/>
            <a:ext cx="4320000" cy="0"/>
          </a:xfrm>
          <a:prstGeom prst="line">
            <a:avLst/>
          </a:prstGeom>
          <a:ln w="254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494172" y="185779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494172" y="237761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3494172" y="2897424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494172" y="3417238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494172" y="3937052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3494172" y="445686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3494172" y="497668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854625" y="185779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854625" y="2377610"/>
            <a:ext cx="20323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854625" y="2897424"/>
            <a:ext cx="20323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3854625" y="3417238"/>
            <a:ext cx="20323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3854625" y="3937052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3854625" y="445686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3854625" y="497668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4215078" y="185779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4215078" y="2377610"/>
            <a:ext cx="20323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4215078" y="2897424"/>
            <a:ext cx="20323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4215078" y="3417238"/>
            <a:ext cx="20323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4215078" y="3937052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4215078" y="445686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4215078" y="497668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4575531" y="185779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4575531" y="2377610"/>
            <a:ext cx="20323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4575531" y="2897424"/>
            <a:ext cx="20323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4575531" y="3417238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4575531" y="3937052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4575531" y="445686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4575531" y="497668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4935984" y="185779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4935984" y="2377610"/>
            <a:ext cx="20323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4935984" y="2897424"/>
            <a:ext cx="20323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4935984" y="3417238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4935984" y="3937052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4935984" y="445686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935984" y="497668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5296437" y="185779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5296437" y="237761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5296437" y="2897424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5296437" y="3417238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5296437" y="3937052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5296437" y="445686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5296437" y="497668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5656890" y="185779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>
            <a:off x="5656890" y="237761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5656890" y="2897424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5656890" y="3417238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5656890" y="3937052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5656890" y="4456866"/>
            <a:ext cx="20323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5656890" y="497668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6017343" y="185779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>
            <a:off x="6017343" y="237761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6017343" y="2897424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6017343" y="3417238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6017343" y="3937052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6017343" y="445686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6017343" y="497668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6377796" y="185779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>
            <a:off x="6377796" y="237761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6377796" y="2897424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6377796" y="3417238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>
          <a:xfrm>
            <a:off x="6377796" y="3937052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6377796" y="445686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>
            <a:off x="6377796" y="497668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6738249" y="185779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6738249" y="2377610"/>
            <a:ext cx="20323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6738249" y="2897424"/>
            <a:ext cx="20323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6738249" y="3417238"/>
            <a:ext cx="20323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>
            <a:off x="6738249" y="3937052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6738249" y="445686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6738249" y="497668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>
            <a:off x="7098702" y="185779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>
            <a:off x="7098702" y="237761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>
            <a:off x="7098702" y="2897424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>
            <a:off x="7098702" y="3417238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>
            <a:off x="7098702" y="3937052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>
            <a:off x="7098702" y="445686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/>
        </p:nvCxnSpPr>
        <p:spPr>
          <a:xfrm>
            <a:off x="7098702" y="497668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/>
        </p:nvCxnSpPr>
        <p:spPr>
          <a:xfrm>
            <a:off x="7459152" y="185779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直接连接符 121"/>
          <p:cNvCxnSpPr/>
          <p:nvPr/>
        </p:nvCxnSpPr>
        <p:spPr>
          <a:xfrm>
            <a:off x="7459152" y="237761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>
            <a:off x="7459152" y="2897424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>
            <a:off x="7459152" y="3417238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7459152" y="3937052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直接连接符 125"/>
          <p:cNvCxnSpPr/>
          <p:nvPr/>
        </p:nvCxnSpPr>
        <p:spPr>
          <a:xfrm>
            <a:off x="7459152" y="4456866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7459152" y="4976680"/>
            <a:ext cx="20323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3956241" y="2280390"/>
            <a:ext cx="0" cy="223284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/>
        </p:nvCxnSpPr>
        <p:spPr>
          <a:xfrm>
            <a:off x="4316694" y="2280390"/>
            <a:ext cx="0" cy="223284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>
            <a:off x="4677147" y="2280390"/>
            <a:ext cx="0" cy="223284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连接符 133"/>
          <p:cNvCxnSpPr/>
          <p:nvPr/>
        </p:nvCxnSpPr>
        <p:spPr>
          <a:xfrm>
            <a:off x="5037600" y="2280390"/>
            <a:ext cx="0" cy="223284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/>
          <p:cNvCxnSpPr/>
          <p:nvPr/>
        </p:nvCxnSpPr>
        <p:spPr>
          <a:xfrm>
            <a:off x="3956241" y="2785782"/>
            <a:ext cx="0" cy="223284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>
            <a:off x="4316694" y="2785782"/>
            <a:ext cx="0" cy="223284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4677147" y="2785782"/>
            <a:ext cx="0" cy="223284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/>
        </p:nvCxnSpPr>
        <p:spPr>
          <a:xfrm>
            <a:off x="5037600" y="2785782"/>
            <a:ext cx="0" cy="223284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/>
        </p:nvCxnSpPr>
        <p:spPr>
          <a:xfrm>
            <a:off x="3956241" y="3305596"/>
            <a:ext cx="0" cy="223284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>
            <a:off x="4316694" y="3305596"/>
            <a:ext cx="0" cy="223284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>
            <a:off x="3782469" y="2121017"/>
            <a:ext cx="144000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>
            <a:off x="3782469" y="3665317"/>
            <a:ext cx="72000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6" name="直接连接符 145"/>
          <p:cNvCxnSpPr/>
          <p:nvPr/>
        </p:nvCxnSpPr>
        <p:spPr>
          <a:xfrm>
            <a:off x="4502470" y="3149589"/>
            <a:ext cx="72000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/>
        </p:nvCxnSpPr>
        <p:spPr>
          <a:xfrm flipH="1" flipV="1">
            <a:off x="5219301" y="2108355"/>
            <a:ext cx="908" cy="10510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>
          <a:xfrm flipV="1">
            <a:off x="4500312" y="3138361"/>
            <a:ext cx="0" cy="540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7" name="直接连接符 156"/>
          <p:cNvCxnSpPr/>
          <p:nvPr/>
        </p:nvCxnSpPr>
        <p:spPr>
          <a:xfrm flipV="1">
            <a:off x="3780375" y="2108355"/>
            <a:ext cx="0" cy="156269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>
            <a:off x="5758506" y="4345224"/>
            <a:ext cx="0" cy="223284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 flipV="1">
            <a:off x="5936122" y="4166227"/>
            <a:ext cx="0" cy="540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2" name="直接连接符 161"/>
          <p:cNvCxnSpPr/>
          <p:nvPr/>
        </p:nvCxnSpPr>
        <p:spPr>
          <a:xfrm flipV="1">
            <a:off x="5582469" y="4166227"/>
            <a:ext cx="0" cy="53206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3" name="直接连接符 162"/>
          <p:cNvCxnSpPr/>
          <p:nvPr/>
        </p:nvCxnSpPr>
        <p:spPr>
          <a:xfrm>
            <a:off x="5589418" y="4179528"/>
            <a:ext cx="33817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6" name="直接连接符 165"/>
          <p:cNvCxnSpPr/>
          <p:nvPr/>
        </p:nvCxnSpPr>
        <p:spPr>
          <a:xfrm>
            <a:off x="5582469" y="4687325"/>
            <a:ext cx="36000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>
            <a:off x="6839865" y="2266856"/>
            <a:ext cx="0" cy="223284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/>
        </p:nvCxnSpPr>
        <p:spPr>
          <a:xfrm>
            <a:off x="6839865" y="2785782"/>
            <a:ext cx="0" cy="223284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>
            <a:off x="6839865" y="3305596"/>
            <a:ext cx="0" cy="223284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 flipV="1">
            <a:off x="6662473" y="2112331"/>
            <a:ext cx="0" cy="156269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2" name="直接连接符 171"/>
          <p:cNvCxnSpPr/>
          <p:nvPr/>
        </p:nvCxnSpPr>
        <p:spPr>
          <a:xfrm flipV="1">
            <a:off x="7022473" y="2112293"/>
            <a:ext cx="0" cy="156269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>
            <a:off x="6670777" y="2121017"/>
            <a:ext cx="33817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>
            <a:off x="6662473" y="3663875"/>
            <a:ext cx="360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113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3</cp:revision>
  <dcterms:created xsi:type="dcterms:W3CDTF">2018-12-25T07:36:30Z</dcterms:created>
  <dcterms:modified xsi:type="dcterms:W3CDTF">2018-12-25T07:56:26Z</dcterms:modified>
</cp:coreProperties>
</file>