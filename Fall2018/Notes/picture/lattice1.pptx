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E70CD-3CB1-49C9-884A-3FF116E19E45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58541-4E50-4BCC-9568-344D7C2C2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405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E70CD-3CB1-49C9-884A-3FF116E19E45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58541-4E50-4BCC-9568-344D7C2C2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07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E70CD-3CB1-49C9-884A-3FF116E19E45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58541-4E50-4BCC-9568-344D7C2C2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50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E70CD-3CB1-49C9-884A-3FF116E19E45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58541-4E50-4BCC-9568-344D7C2C2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978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E70CD-3CB1-49C9-884A-3FF116E19E45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58541-4E50-4BCC-9568-344D7C2C2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684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E70CD-3CB1-49C9-884A-3FF116E19E45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58541-4E50-4BCC-9568-344D7C2C2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833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E70CD-3CB1-49C9-884A-3FF116E19E45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58541-4E50-4BCC-9568-344D7C2C2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152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E70CD-3CB1-49C9-884A-3FF116E19E45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58541-4E50-4BCC-9568-344D7C2C2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154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E70CD-3CB1-49C9-884A-3FF116E19E45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58541-4E50-4BCC-9568-344D7C2C2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355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E70CD-3CB1-49C9-884A-3FF116E19E45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58541-4E50-4BCC-9568-344D7C2C2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686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E70CD-3CB1-49C9-884A-3FF116E19E45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58541-4E50-4BCC-9568-344D7C2C2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881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E70CD-3CB1-49C9-884A-3FF116E19E45}" type="datetimeFigureOut">
              <a:rPr lang="zh-CN" altLang="en-US" smtClean="0"/>
              <a:t>2018/12/25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58541-4E50-4BCC-9568-344D7C2C2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900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4460963" y="187016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4460963" y="2421854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4460963" y="2973542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460963" y="352523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460963" y="4076918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4460963" y="462860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5004445" y="187016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5004445" y="2421854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5004445" y="2973542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5004445" y="352523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5004445" y="4076918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5004445" y="462860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5547927" y="187016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5547927" y="2421854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5547927" y="297354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5547927" y="3525230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5547927" y="4076918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5547927" y="462860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6091409" y="187016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6091409" y="2421854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6091409" y="297354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6091409" y="3525230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6091409" y="4076918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6091409" y="462860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6634891" y="187016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6634891" y="2421854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6634891" y="2973542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6634891" y="352523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6634891" y="4076918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6634891" y="462860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7178372" y="187016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7178372" y="2421854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7178372" y="2973542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7178372" y="3525230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7178372" y="4076918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7178372" y="462860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连接符 50"/>
          <p:cNvCxnSpPr/>
          <p:nvPr/>
        </p:nvCxnSpPr>
        <p:spPr>
          <a:xfrm>
            <a:off x="5601927" y="3021004"/>
            <a:ext cx="54348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5599580" y="3567301"/>
            <a:ext cx="54348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5601927" y="3053406"/>
            <a:ext cx="0" cy="55168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6148223" y="3036990"/>
            <a:ext cx="0" cy="55168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192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4</cp:revision>
  <dcterms:created xsi:type="dcterms:W3CDTF">2018-12-25T05:46:27Z</dcterms:created>
  <dcterms:modified xsi:type="dcterms:W3CDTF">2018-12-25T06:27:12Z</dcterms:modified>
</cp:coreProperties>
</file>