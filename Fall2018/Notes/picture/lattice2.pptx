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E9B9-8A4F-41CD-8245-77991276E8F3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4DF0-009C-4BBC-B57A-D8D413E64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088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E9B9-8A4F-41CD-8245-77991276E8F3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4DF0-009C-4BBC-B57A-D8D413E64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610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E9B9-8A4F-41CD-8245-77991276E8F3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4DF0-009C-4BBC-B57A-D8D413E64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738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E9B9-8A4F-41CD-8245-77991276E8F3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4DF0-009C-4BBC-B57A-D8D413E64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42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E9B9-8A4F-41CD-8245-77991276E8F3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4DF0-009C-4BBC-B57A-D8D413E64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578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E9B9-8A4F-41CD-8245-77991276E8F3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4DF0-009C-4BBC-B57A-D8D413E64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08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E9B9-8A4F-41CD-8245-77991276E8F3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4DF0-009C-4BBC-B57A-D8D413E64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690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E9B9-8A4F-41CD-8245-77991276E8F3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4DF0-009C-4BBC-B57A-D8D413E64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542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E9B9-8A4F-41CD-8245-77991276E8F3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4DF0-009C-4BBC-B57A-D8D413E64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17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E9B9-8A4F-41CD-8245-77991276E8F3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4DF0-009C-4BBC-B57A-D8D413E64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149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E9B9-8A4F-41CD-8245-77991276E8F3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4DF0-009C-4BBC-B57A-D8D413E64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256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BE9B9-8A4F-41CD-8245-77991276E8F3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54DF0-009C-4BBC-B57A-D8D413E64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68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4460963" y="187016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460963" y="2421854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460963" y="2973542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460963" y="352523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460963" y="4076918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460963" y="462860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5004445" y="187016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5004445" y="242185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5004445" y="297354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5004445" y="352523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5004445" y="4076918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5004445" y="462860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5547927" y="187016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5547927" y="242185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5547927" y="297354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5547927" y="352523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5547927" y="4076918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5547927" y="462860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6091409" y="187016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6091409" y="242185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6091409" y="297354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6091409" y="3525230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6091409" y="407691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6091409" y="462860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6634891" y="187016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6634891" y="2421854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6634891" y="2973542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6634891" y="3525230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6634891" y="407691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6634891" y="462860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7178372" y="187016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7178372" y="2421854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7178372" y="2973542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7178372" y="352523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7178372" y="4076918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7178372" y="462860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>
            <a:off x="6143137" y="3579230"/>
            <a:ext cx="54348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5016241" y="3008873"/>
            <a:ext cx="1129168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5053288" y="2462565"/>
            <a:ext cx="0" cy="55168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150572" y="2476625"/>
            <a:ext cx="0" cy="55168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6105477" y="4682606"/>
            <a:ext cx="54348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5013969" y="2475854"/>
            <a:ext cx="1129168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endCxn id="27" idx="0"/>
          </p:cNvCxnSpPr>
          <p:nvPr/>
        </p:nvCxnSpPr>
        <p:spPr>
          <a:xfrm flipH="1">
            <a:off x="6145409" y="3633230"/>
            <a:ext cx="5163" cy="99537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endCxn id="33" idx="0"/>
          </p:cNvCxnSpPr>
          <p:nvPr/>
        </p:nvCxnSpPr>
        <p:spPr>
          <a:xfrm>
            <a:off x="6684228" y="3633230"/>
            <a:ext cx="4663" cy="99537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796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2</cp:revision>
  <dcterms:created xsi:type="dcterms:W3CDTF">2018-12-25T06:29:32Z</dcterms:created>
  <dcterms:modified xsi:type="dcterms:W3CDTF">2018-12-25T06:54:33Z</dcterms:modified>
</cp:coreProperties>
</file>