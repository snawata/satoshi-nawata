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B07DE-4150-4FD0-89CA-28CE43FC25F5}" type="datetimeFigureOut">
              <a:rPr lang="zh-CN" altLang="en-US" smtClean="0"/>
              <a:t>2019/1/1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31C62-9F06-45A7-BA8B-A783D40507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5168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B07DE-4150-4FD0-89CA-28CE43FC25F5}" type="datetimeFigureOut">
              <a:rPr lang="zh-CN" altLang="en-US" smtClean="0"/>
              <a:t>2019/1/1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31C62-9F06-45A7-BA8B-A783D40507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25208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B07DE-4150-4FD0-89CA-28CE43FC25F5}" type="datetimeFigureOut">
              <a:rPr lang="zh-CN" altLang="en-US" smtClean="0"/>
              <a:t>2019/1/1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31C62-9F06-45A7-BA8B-A783D40507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9479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B07DE-4150-4FD0-89CA-28CE43FC25F5}" type="datetimeFigureOut">
              <a:rPr lang="zh-CN" altLang="en-US" smtClean="0"/>
              <a:t>2019/1/1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31C62-9F06-45A7-BA8B-A783D40507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31731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B07DE-4150-4FD0-89CA-28CE43FC25F5}" type="datetimeFigureOut">
              <a:rPr lang="zh-CN" altLang="en-US" smtClean="0"/>
              <a:t>2019/1/1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31C62-9F06-45A7-BA8B-A783D40507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1413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B07DE-4150-4FD0-89CA-28CE43FC25F5}" type="datetimeFigureOut">
              <a:rPr lang="zh-CN" altLang="en-US" smtClean="0"/>
              <a:t>2019/1/1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31C62-9F06-45A7-BA8B-A783D40507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01097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B07DE-4150-4FD0-89CA-28CE43FC25F5}" type="datetimeFigureOut">
              <a:rPr lang="zh-CN" altLang="en-US" smtClean="0"/>
              <a:t>2019/1/1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31C62-9F06-45A7-BA8B-A783D40507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7570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B07DE-4150-4FD0-89CA-28CE43FC25F5}" type="datetimeFigureOut">
              <a:rPr lang="zh-CN" altLang="en-US" smtClean="0"/>
              <a:t>2019/1/1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31C62-9F06-45A7-BA8B-A783D40507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97217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B07DE-4150-4FD0-89CA-28CE43FC25F5}" type="datetimeFigureOut">
              <a:rPr lang="zh-CN" altLang="en-US" smtClean="0"/>
              <a:t>2019/1/1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31C62-9F06-45A7-BA8B-A783D40507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1924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B07DE-4150-4FD0-89CA-28CE43FC25F5}" type="datetimeFigureOut">
              <a:rPr lang="zh-CN" altLang="en-US" smtClean="0"/>
              <a:t>2019/1/1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31C62-9F06-45A7-BA8B-A783D40507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9174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B07DE-4150-4FD0-89CA-28CE43FC25F5}" type="datetimeFigureOut">
              <a:rPr lang="zh-CN" altLang="en-US" smtClean="0"/>
              <a:t>2019/1/1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31C62-9F06-45A7-BA8B-A783D40507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2311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FB07DE-4150-4FD0-89CA-28CE43FC25F5}" type="datetimeFigureOut">
              <a:rPr lang="zh-CN" altLang="en-US" smtClean="0"/>
              <a:t>2019/1/1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C31C62-9F06-45A7-BA8B-A783D40507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0873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平行四边形 3"/>
          <p:cNvSpPr/>
          <p:nvPr/>
        </p:nvSpPr>
        <p:spPr>
          <a:xfrm rot="16200000" flipV="1">
            <a:off x="641336" y="2739817"/>
            <a:ext cx="3140471" cy="893136"/>
          </a:xfrm>
          <a:prstGeom prst="parallelogram">
            <a:avLst>
              <a:gd name="adj" fmla="val 75701"/>
            </a:avLst>
          </a:prstGeom>
          <a:solidFill>
            <a:schemeClr val="accent6">
              <a:alpha val="36000"/>
            </a:schemeClr>
          </a:solidFill>
          <a:ln w="952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2048285" y="2657339"/>
            <a:ext cx="326572" cy="105809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弧形 5"/>
          <p:cNvSpPr/>
          <p:nvPr/>
        </p:nvSpPr>
        <p:spPr>
          <a:xfrm>
            <a:off x="983731" y="2657339"/>
            <a:ext cx="2455679" cy="1058092"/>
          </a:xfrm>
          <a:prstGeom prst="arc">
            <a:avLst>
              <a:gd name="adj1" fmla="val 16200000"/>
              <a:gd name="adj2" fmla="val 5416647"/>
            </a:avLst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弧形 6"/>
          <p:cNvSpPr/>
          <p:nvPr/>
        </p:nvSpPr>
        <p:spPr>
          <a:xfrm>
            <a:off x="3065467" y="2933700"/>
            <a:ext cx="1314450" cy="1409700"/>
          </a:xfrm>
          <a:prstGeom prst="arc">
            <a:avLst>
              <a:gd name="adj1" fmla="val 11206342"/>
              <a:gd name="adj2" fmla="val 14484851"/>
            </a:avLst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弧形 7"/>
          <p:cNvSpPr/>
          <p:nvPr/>
        </p:nvSpPr>
        <p:spPr>
          <a:xfrm>
            <a:off x="2985849" y="2860654"/>
            <a:ext cx="1314450" cy="1409700"/>
          </a:xfrm>
          <a:prstGeom prst="arc">
            <a:avLst>
              <a:gd name="adj1" fmla="val 10651529"/>
              <a:gd name="adj2" fmla="val 14484851"/>
            </a:avLst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弧形 8"/>
          <p:cNvSpPr/>
          <p:nvPr/>
        </p:nvSpPr>
        <p:spPr>
          <a:xfrm>
            <a:off x="2757683" y="2760518"/>
            <a:ext cx="1555009" cy="1624204"/>
          </a:xfrm>
          <a:prstGeom prst="arc">
            <a:avLst>
              <a:gd name="adj1" fmla="val 10422029"/>
              <a:gd name="adj2" fmla="val 14575132"/>
            </a:avLst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弧形 9"/>
          <p:cNvSpPr/>
          <p:nvPr/>
        </p:nvSpPr>
        <p:spPr>
          <a:xfrm>
            <a:off x="2605283" y="2685914"/>
            <a:ext cx="1797457" cy="1877441"/>
          </a:xfrm>
          <a:prstGeom prst="arc">
            <a:avLst>
              <a:gd name="adj1" fmla="val 10541064"/>
              <a:gd name="adj2" fmla="val 14484851"/>
            </a:avLst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弧形 10"/>
          <p:cNvSpPr/>
          <p:nvPr/>
        </p:nvSpPr>
        <p:spPr>
          <a:xfrm>
            <a:off x="2881508" y="2786942"/>
            <a:ext cx="1459716" cy="1569411"/>
          </a:xfrm>
          <a:prstGeom prst="arc">
            <a:avLst>
              <a:gd name="adj1" fmla="val 10550725"/>
              <a:gd name="adj2" fmla="val 14484851"/>
            </a:avLst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弧形 11"/>
          <p:cNvSpPr/>
          <p:nvPr/>
        </p:nvSpPr>
        <p:spPr>
          <a:xfrm>
            <a:off x="3117472" y="3042674"/>
            <a:ext cx="1314450" cy="1409700"/>
          </a:xfrm>
          <a:prstGeom prst="arc">
            <a:avLst>
              <a:gd name="adj1" fmla="val 11887729"/>
              <a:gd name="adj2" fmla="val 14484851"/>
            </a:avLst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弧形 12"/>
          <p:cNvSpPr/>
          <p:nvPr/>
        </p:nvSpPr>
        <p:spPr>
          <a:xfrm>
            <a:off x="2458485" y="2631653"/>
            <a:ext cx="2044751" cy="2135739"/>
          </a:xfrm>
          <a:prstGeom prst="arc">
            <a:avLst>
              <a:gd name="adj1" fmla="val 10743430"/>
              <a:gd name="adj2" fmla="val 14484851"/>
            </a:avLst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弧形 13"/>
          <p:cNvSpPr/>
          <p:nvPr/>
        </p:nvSpPr>
        <p:spPr>
          <a:xfrm>
            <a:off x="2312639" y="2578235"/>
            <a:ext cx="2179862" cy="2276862"/>
          </a:xfrm>
          <a:prstGeom prst="arc">
            <a:avLst>
              <a:gd name="adj1" fmla="val 10810972"/>
              <a:gd name="adj2" fmla="val 14484851"/>
            </a:avLst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弧形 14"/>
          <p:cNvSpPr/>
          <p:nvPr/>
        </p:nvSpPr>
        <p:spPr>
          <a:xfrm>
            <a:off x="2187113" y="2578235"/>
            <a:ext cx="2030286" cy="2120630"/>
          </a:xfrm>
          <a:prstGeom prst="arc">
            <a:avLst>
              <a:gd name="adj1" fmla="val 10589388"/>
              <a:gd name="adj2" fmla="val 14624808"/>
            </a:avLst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弧形 15"/>
          <p:cNvSpPr/>
          <p:nvPr/>
        </p:nvSpPr>
        <p:spPr>
          <a:xfrm>
            <a:off x="2041657" y="2542022"/>
            <a:ext cx="2099626" cy="2193056"/>
          </a:xfrm>
          <a:prstGeom prst="arc">
            <a:avLst>
              <a:gd name="adj1" fmla="val 11540608"/>
              <a:gd name="adj2" fmla="val 14484851"/>
            </a:avLst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/>
              <p:cNvSpPr txBox="1"/>
              <p:nvPr/>
            </p:nvSpPr>
            <p:spPr>
              <a:xfrm>
                <a:off x="2116530" y="3047885"/>
                <a:ext cx="21063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文本框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6530" y="3047885"/>
                <a:ext cx="210635" cy="276999"/>
              </a:xfrm>
              <a:prstGeom prst="rect">
                <a:avLst/>
              </a:prstGeom>
              <a:blipFill>
                <a:blip r:embed="rId2"/>
                <a:stretch>
                  <a:fillRect l="-22857" r="-22857"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弧形 16"/>
          <p:cNvSpPr/>
          <p:nvPr/>
        </p:nvSpPr>
        <p:spPr>
          <a:xfrm>
            <a:off x="1868950" y="2520479"/>
            <a:ext cx="2099626" cy="2193056"/>
          </a:xfrm>
          <a:prstGeom prst="arc">
            <a:avLst>
              <a:gd name="adj1" fmla="val 12960887"/>
              <a:gd name="adj2" fmla="val 14484851"/>
            </a:avLst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/>
              <p:cNvSpPr txBox="1"/>
              <p:nvPr/>
            </p:nvSpPr>
            <p:spPr>
              <a:xfrm>
                <a:off x="2211570" y="2228810"/>
                <a:ext cx="2210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文本框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1570" y="2228810"/>
                <a:ext cx="221023" cy="276999"/>
              </a:xfrm>
              <a:prstGeom prst="rect">
                <a:avLst/>
              </a:prstGeom>
              <a:blipFill>
                <a:blip r:embed="rId3"/>
                <a:stretch>
                  <a:fillRect l="-25000" r="-19444"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直接箭头连接符 21"/>
          <p:cNvCxnSpPr/>
          <p:nvPr/>
        </p:nvCxnSpPr>
        <p:spPr>
          <a:xfrm>
            <a:off x="2221847" y="4000500"/>
            <a:ext cx="3521728" cy="0"/>
          </a:xfrm>
          <a:prstGeom prst="straightConnector1">
            <a:avLst/>
          </a:prstGeom>
          <a:ln w="15875">
            <a:tailEnd type="triangle" w="med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 flipH="1">
            <a:off x="3446038" y="2170428"/>
            <a:ext cx="941274" cy="673113"/>
          </a:xfrm>
          <a:prstGeom prst="straightConnector1">
            <a:avLst/>
          </a:prstGeom>
          <a:ln w="15875">
            <a:solidFill>
              <a:srgbClr val="C00000"/>
            </a:solidFill>
            <a:tailEnd type="triangle" w="med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3774697" y="1714804"/>
            <a:ext cx="21790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C00000"/>
                </a:solidFill>
              </a:rPr>
              <a:t>Minimal Surface</a:t>
            </a:r>
            <a:endParaRPr lang="zh-CN" altLang="en-US" sz="2000" b="1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/>
              <p:cNvSpPr txBox="1"/>
              <p:nvPr/>
            </p:nvSpPr>
            <p:spPr>
              <a:xfrm>
                <a:off x="5800837" y="3862000"/>
                <a:ext cx="17870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7" name="文本框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0837" y="3862000"/>
                <a:ext cx="178702" cy="276999"/>
              </a:xfrm>
              <a:prstGeom prst="rect">
                <a:avLst/>
              </a:prstGeom>
              <a:blipFill>
                <a:blip r:embed="rId4"/>
                <a:stretch>
                  <a:fillRect l="-17241" r="-137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文本框 27"/>
          <p:cNvSpPr txBox="1"/>
          <p:nvPr/>
        </p:nvSpPr>
        <p:spPr>
          <a:xfrm>
            <a:off x="1348824" y="4142121"/>
            <a:ext cx="21790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/>
              <a:t>Boundary</a:t>
            </a:r>
            <a:endParaRPr lang="zh-CN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4493508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6</Words>
  <Application>Microsoft Office PowerPoint</Application>
  <PresentationFormat>宽屏</PresentationFormat>
  <Paragraphs>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Cambria Math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tao runkai</dc:creator>
  <cp:lastModifiedBy>tao runkai</cp:lastModifiedBy>
  <cp:revision>4</cp:revision>
  <dcterms:created xsi:type="dcterms:W3CDTF">2018-12-31T16:38:03Z</dcterms:created>
  <dcterms:modified xsi:type="dcterms:W3CDTF">2018-12-31T16:54:25Z</dcterms:modified>
</cp:coreProperties>
</file>