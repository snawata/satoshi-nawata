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240A8-2DF2-44D2-9A6C-20CCF0F3452A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097-F811-4621-8223-4F04490596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243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240A8-2DF2-44D2-9A6C-20CCF0F3452A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097-F811-4621-8223-4F04490596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6938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240A8-2DF2-44D2-9A6C-20CCF0F3452A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097-F811-4621-8223-4F04490596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3940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240A8-2DF2-44D2-9A6C-20CCF0F3452A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097-F811-4621-8223-4F04490596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223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240A8-2DF2-44D2-9A6C-20CCF0F3452A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097-F811-4621-8223-4F04490596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864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240A8-2DF2-44D2-9A6C-20CCF0F3452A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097-F811-4621-8223-4F04490596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490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240A8-2DF2-44D2-9A6C-20CCF0F3452A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097-F811-4621-8223-4F04490596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2414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240A8-2DF2-44D2-9A6C-20CCF0F3452A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097-F811-4621-8223-4F04490596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919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240A8-2DF2-44D2-9A6C-20CCF0F3452A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097-F811-4621-8223-4F04490596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3690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240A8-2DF2-44D2-9A6C-20CCF0F3452A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097-F811-4621-8223-4F04490596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2175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240A8-2DF2-44D2-9A6C-20CCF0F3452A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097-F811-4621-8223-4F04490596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998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240A8-2DF2-44D2-9A6C-20CCF0F3452A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10097-F811-4621-8223-4F04490596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556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1952894" y="2640873"/>
            <a:ext cx="2782389" cy="154141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弧形 5"/>
          <p:cNvSpPr/>
          <p:nvPr/>
        </p:nvSpPr>
        <p:spPr>
          <a:xfrm>
            <a:off x="2690945" y="2693124"/>
            <a:ext cx="1306285" cy="892628"/>
          </a:xfrm>
          <a:prstGeom prst="arc">
            <a:avLst>
              <a:gd name="adj1" fmla="val 1363291"/>
              <a:gd name="adj2" fmla="val 9219736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弧形 6"/>
          <p:cNvSpPr/>
          <p:nvPr/>
        </p:nvSpPr>
        <p:spPr>
          <a:xfrm flipV="1">
            <a:off x="2821576" y="3411582"/>
            <a:ext cx="1045026" cy="686889"/>
          </a:xfrm>
          <a:prstGeom prst="arc">
            <a:avLst>
              <a:gd name="adj1" fmla="val 2052080"/>
              <a:gd name="adj2" fmla="val 876304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3089361" y="1345474"/>
            <a:ext cx="1815737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弧形 13"/>
          <p:cNvSpPr/>
          <p:nvPr/>
        </p:nvSpPr>
        <p:spPr>
          <a:xfrm>
            <a:off x="3343551" y="1345474"/>
            <a:ext cx="1914784" cy="3606354"/>
          </a:xfrm>
          <a:prstGeom prst="arc">
            <a:avLst>
              <a:gd name="adj1" fmla="val 11138369"/>
              <a:gd name="adj2" fmla="val 15482034"/>
            </a:avLst>
          </a:prstGeom>
          <a:ln w="28575">
            <a:solidFill>
              <a:srgbClr val="C00000"/>
            </a:solidFill>
            <a:prstDash val="sysDash"/>
            <a:headEnd type="non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3089361" y="1811073"/>
                <a:ext cx="29995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altLang="zh-CN" sz="2400" b="0" dirty="0" smtClean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361" y="1811073"/>
                <a:ext cx="299954" cy="369332"/>
              </a:xfrm>
              <a:prstGeom prst="rect">
                <a:avLst/>
              </a:prstGeom>
              <a:blipFill>
                <a:blip r:embed="rId2"/>
                <a:stretch>
                  <a:fillRect l="-22449" r="-20408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椭圆 15"/>
          <p:cNvSpPr/>
          <p:nvPr/>
        </p:nvSpPr>
        <p:spPr>
          <a:xfrm>
            <a:off x="3301348" y="3053611"/>
            <a:ext cx="84407" cy="8440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4735283" y="966101"/>
                <a:ext cx="24526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𝐑</m:t>
                      </m:r>
                    </m:oMath>
                  </m:oMathPara>
                </a14:m>
                <a:endParaRPr lang="zh-CN" altLang="en-US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5283" y="966101"/>
                <a:ext cx="245260" cy="307777"/>
              </a:xfrm>
              <a:prstGeom prst="rect">
                <a:avLst/>
              </a:prstGeom>
              <a:blipFill>
                <a:blip r:embed="rId3"/>
                <a:stretch>
                  <a:fillRect l="-22500" r="-35000" b="-156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3429134" y="2885714"/>
                <a:ext cx="78996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134" y="2885714"/>
                <a:ext cx="789960" cy="369332"/>
              </a:xfrm>
              <a:prstGeom prst="rect">
                <a:avLst/>
              </a:prstGeom>
              <a:blipFill>
                <a:blip r:embed="rId4"/>
                <a:stretch>
                  <a:fillRect l="-13178" r="-12403" b="-34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5901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</Words>
  <Application>Microsoft Office PowerPoint</Application>
  <PresentationFormat>宽屏</PresentationFormat>
  <Paragraphs>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tao runkai</dc:creator>
  <cp:lastModifiedBy>tao runkai</cp:lastModifiedBy>
  <cp:revision>2</cp:revision>
  <dcterms:created xsi:type="dcterms:W3CDTF">2018-12-31T10:54:12Z</dcterms:created>
  <dcterms:modified xsi:type="dcterms:W3CDTF">2018-12-31T11:11:37Z</dcterms:modified>
</cp:coreProperties>
</file>