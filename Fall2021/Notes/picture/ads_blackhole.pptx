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80" d="100"/>
          <a:sy n="80" d="100"/>
        </p:scale>
        <p:origin x="378" y="-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28E27-6198-4EAB-9BF9-0E07248578C2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97658-4E12-44E8-B446-3BE83CDB62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4146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28E27-6198-4EAB-9BF9-0E07248578C2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97658-4E12-44E8-B446-3BE83CDB62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597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28E27-6198-4EAB-9BF9-0E07248578C2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97658-4E12-44E8-B446-3BE83CDB62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3591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28E27-6198-4EAB-9BF9-0E07248578C2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97658-4E12-44E8-B446-3BE83CDB62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752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28E27-6198-4EAB-9BF9-0E07248578C2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97658-4E12-44E8-B446-3BE83CDB62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404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28E27-6198-4EAB-9BF9-0E07248578C2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97658-4E12-44E8-B446-3BE83CDB62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338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28E27-6198-4EAB-9BF9-0E07248578C2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97658-4E12-44E8-B446-3BE83CDB62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968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28E27-6198-4EAB-9BF9-0E07248578C2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97658-4E12-44E8-B446-3BE83CDB62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2705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28E27-6198-4EAB-9BF9-0E07248578C2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97658-4E12-44E8-B446-3BE83CDB62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0612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28E27-6198-4EAB-9BF9-0E07248578C2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97658-4E12-44E8-B446-3BE83CDB62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4744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28E27-6198-4EAB-9BF9-0E07248578C2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97658-4E12-44E8-B446-3BE83CDB62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116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28E27-6198-4EAB-9BF9-0E07248578C2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97658-4E12-44E8-B446-3BE83CDB62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3731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213701" y="2236924"/>
            <a:ext cx="2764465" cy="276446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245058" y="3268281"/>
            <a:ext cx="701749" cy="701749"/>
          </a:xfrm>
          <a:prstGeom prst="ellipse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>
            <a:off x="1122455" y="2763692"/>
            <a:ext cx="1544633" cy="1726728"/>
          </a:xfrm>
          <a:custGeom>
            <a:avLst/>
            <a:gdLst>
              <a:gd name="connsiteX0" fmla="*/ 1563685 w 1589483"/>
              <a:gd name="connsiteY0" fmla="*/ 0 h 1799668"/>
              <a:gd name="connsiteX1" fmla="*/ 628020 w 1589483"/>
              <a:gd name="connsiteY1" fmla="*/ 297711 h 1799668"/>
              <a:gd name="connsiteX2" fmla="*/ 117657 w 1589483"/>
              <a:gd name="connsiteY2" fmla="*/ 510362 h 1799668"/>
              <a:gd name="connsiteX3" fmla="*/ 11332 w 1589483"/>
              <a:gd name="connsiteY3" fmla="*/ 914400 h 1799668"/>
              <a:gd name="connsiteX4" fmla="*/ 309043 w 1589483"/>
              <a:gd name="connsiteY4" fmla="*/ 1297172 h 1799668"/>
              <a:gd name="connsiteX5" fmla="*/ 1053322 w 1589483"/>
              <a:gd name="connsiteY5" fmla="*/ 1339702 h 1799668"/>
              <a:gd name="connsiteX6" fmla="*/ 1542420 w 1589483"/>
              <a:gd name="connsiteY6" fmla="*/ 1743739 h 1799668"/>
              <a:gd name="connsiteX7" fmla="*/ 1542420 w 1589483"/>
              <a:gd name="connsiteY7" fmla="*/ 1786269 h 1799668"/>
              <a:gd name="connsiteX0" fmla="*/ 1580965 w 1606763"/>
              <a:gd name="connsiteY0" fmla="*/ 0 h 1799668"/>
              <a:gd name="connsiteX1" fmla="*/ 1115563 w 1606763"/>
              <a:gd name="connsiteY1" fmla="*/ 363025 h 1799668"/>
              <a:gd name="connsiteX2" fmla="*/ 134937 w 1606763"/>
              <a:gd name="connsiteY2" fmla="*/ 510362 h 1799668"/>
              <a:gd name="connsiteX3" fmla="*/ 28612 w 1606763"/>
              <a:gd name="connsiteY3" fmla="*/ 914400 h 1799668"/>
              <a:gd name="connsiteX4" fmla="*/ 326323 w 1606763"/>
              <a:gd name="connsiteY4" fmla="*/ 1297172 h 1799668"/>
              <a:gd name="connsiteX5" fmla="*/ 1070602 w 1606763"/>
              <a:gd name="connsiteY5" fmla="*/ 1339702 h 1799668"/>
              <a:gd name="connsiteX6" fmla="*/ 1559700 w 1606763"/>
              <a:gd name="connsiteY6" fmla="*/ 1743739 h 1799668"/>
              <a:gd name="connsiteX7" fmla="*/ 1559700 w 1606763"/>
              <a:gd name="connsiteY7" fmla="*/ 1786269 h 1799668"/>
              <a:gd name="connsiteX0" fmla="*/ 1580965 w 1606763"/>
              <a:gd name="connsiteY0" fmla="*/ 0 h 1799668"/>
              <a:gd name="connsiteX1" fmla="*/ 1115563 w 1606763"/>
              <a:gd name="connsiteY1" fmla="*/ 363025 h 1799668"/>
              <a:gd name="connsiteX2" fmla="*/ 134937 w 1606763"/>
              <a:gd name="connsiteY2" fmla="*/ 510362 h 1799668"/>
              <a:gd name="connsiteX3" fmla="*/ 28612 w 1606763"/>
              <a:gd name="connsiteY3" fmla="*/ 914400 h 1799668"/>
              <a:gd name="connsiteX4" fmla="*/ 326323 w 1606763"/>
              <a:gd name="connsiteY4" fmla="*/ 1297172 h 1799668"/>
              <a:gd name="connsiteX5" fmla="*/ 1070602 w 1606763"/>
              <a:gd name="connsiteY5" fmla="*/ 1339702 h 1799668"/>
              <a:gd name="connsiteX6" fmla="*/ 1559700 w 1606763"/>
              <a:gd name="connsiteY6" fmla="*/ 1743739 h 1799668"/>
              <a:gd name="connsiteX7" fmla="*/ 1559700 w 1606763"/>
              <a:gd name="connsiteY7" fmla="*/ 1786269 h 1799668"/>
              <a:gd name="connsiteX0" fmla="*/ 1580965 w 1606763"/>
              <a:gd name="connsiteY0" fmla="*/ 0 h 1799668"/>
              <a:gd name="connsiteX1" fmla="*/ 1115563 w 1606763"/>
              <a:gd name="connsiteY1" fmla="*/ 363025 h 1799668"/>
              <a:gd name="connsiteX2" fmla="*/ 134937 w 1606763"/>
              <a:gd name="connsiteY2" fmla="*/ 510362 h 1799668"/>
              <a:gd name="connsiteX3" fmla="*/ 28612 w 1606763"/>
              <a:gd name="connsiteY3" fmla="*/ 914400 h 1799668"/>
              <a:gd name="connsiteX4" fmla="*/ 326323 w 1606763"/>
              <a:gd name="connsiteY4" fmla="*/ 1297172 h 1799668"/>
              <a:gd name="connsiteX5" fmla="*/ 1070602 w 1606763"/>
              <a:gd name="connsiteY5" fmla="*/ 1339702 h 1799668"/>
              <a:gd name="connsiteX6" fmla="*/ 1559700 w 1606763"/>
              <a:gd name="connsiteY6" fmla="*/ 1743739 h 1799668"/>
              <a:gd name="connsiteX7" fmla="*/ 1559700 w 1606763"/>
              <a:gd name="connsiteY7" fmla="*/ 1786269 h 1799668"/>
              <a:gd name="connsiteX0" fmla="*/ 1553353 w 1579151"/>
              <a:gd name="connsiteY0" fmla="*/ 0 h 1799668"/>
              <a:gd name="connsiteX1" fmla="*/ 1087951 w 1579151"/>
              <a:gd name="connsiteY1" fmla="*/ 363025 h 1799668"/>
              <a:gd name="connsiteX2" fmla="*/ 237953 w 1579151"/>
              <a:gd name="connsiteY2" fmla="*/ 431985 h 1799668"/>
              <a:gd name="connsiteX3" fmla="*/ 1000 w 1579151"/>
              <a:gd name="connsiteY3" fmla="*/ 914400 h 1799668"/>
              <a:gd name="connsiteX4" fmla="*/ 298711 w 1579151"/>
              <a:gd name="connsiteY4" fmla="*/ 1297172 h 1799668"/>
              <a:gd name="connsiteX5" fmla="*/ 1042990 w 1579151"/>
              <a:gd name="connsiteY5" fmla="*/ 1339702 h 1799668"/>
              <a:gd name="connsiteX6" fmla="*/ 1532088 w 1579151"/>
              <a:gd name="connsiteY6" fmla="*/ 1743739 h 1799668"/>
              <a:gd name="connsiteX7" fmla="*/ 1532088 w 1579151"/>
              <a:gd name="connsiteY7" fmla="*/ 1786269 h 1799668"/>
              <a:gd name="connsiteX0" fmla="*/ 1553353 w 1579151"/>
              <a:gd name="connsiteY0" fmla="*/ 0 h 1799668"/>
              <a:gd name="connsiteX1" fmla="*/ 1087951 w 1579151"/>
              <a:gd name="connsiteY1" fmla="*/ 363025 h 1799668"/>
              <a:gd name="connsiteX2" fmla="*/ 237953 w 1579151"/>
              <a:gd name="connsiteY2" fmla="*/ 431985 h 1799668"/>
              <a:gd name="connsiteX3" fmla="*/ 1000 w 1579151"/>
              <a:gd name="connsiteY3" fmla="*/ 914400 h 1799668"/>
              <a:gd name="connsiteX4" fmla="*/ 298711 w 1579151"/>
              <a:gd name="connsiteY4" fmla="*/ 1297172 h 1799668"/>
              <a:gd name="connsiteX5" fmla="*/ 1042990 w 1579151"/>
              <a:gd name="connsiteY5" fmla="*/ 1339702 h 1799668"/>
              <a:gd name="connsiteX6" fmla="*/ 1532088 w 1579151"/>
              <a:gd name="connsiteY6" fmla="*/ 1743739 h 1799668"/>
              <a:gd name="connsiteX7" fmla="*/ 1532088 w 1579151"/>
              <a:gd name="connsiteY7" fmla="*/ 1786269 h 1799668"/>
              <a:gd name="connsiteX0" fmla="*/ 1553353 w 1579151"/>
              <a:gd name="connsiteY0" fmla="*/ 0 h 1799668"/>
              <a:gd name="connsiteX1" fmla="*/ 1087951 w 1579151"/>
              <a:gd name="connsiteY1" fmla="*/ 363025 h 1799668"/>
              <a:gd name="connsiteX2" fmla="*/ 237953 w 1579151"/>
              <a:gd name="connsiteY2" fmla="*/ 431985 h 1799668"/>
              <a:gd name="connsiteX3" fmla="*/ 1000 w 1579151"/>
              <a:gd name="connsiteY3" fmla="*/ 914400 h 1799668"/>
              <a:gd name="connsiteX4" fmla="*/ 298711 w 1579151"/>
              <a:gd name="connsiteY4" fmla="*/ 1271046 h 1799668"/>
              <a:gd name="connsiteX5" fmla="*/ 1042990 w 1579151"/>
              <a:gd name="connsiteY5" fmla="*/ 1339702 h 1799668"/>
              <a:gd name="connsiteX6" fmla="*/ 1532088 w 1579151"/>
              <a:gd name="connsiteY6" fmla="*/ 1743739 h 1799668"/>
              <a:gd name="connsiteX7" fmla="*/ 1532088 w 1579151"/>
              <a:gd name="connsiteY7" fmla="*/ 1786269 h 1799668"/>
              <a:gd name="connsiteX0" fmla="*/ 1553353 w 1553353"/>
              <a:gd name="connsiteY0" fmla="*/ 0 h 1743739"/>
              <a:gd name="connsiteX1" fmla="*/ 1087951 w 1553353"/>
              <a:gd name="connsiteY1" fmla="*/ 363025 h 1743739"/>
              <a:gd name="connsiteX2" fmla="*/ 237953 w 1553353"/>
              <a:gd name="connsiteY2" fmla="*/ 431985 h 1743739"/>
              <a:gd name="connsiteX3" fmla="*/ 1000 w 1553353"/>
              <a:gd name="connsiteY3" fmla="*/ 914400 h 1743739"/>
              <a:gd name="connsiteX4" fmla="*/ 298711 w 1553353"/>
              <a:gd name="connsiteY4" fmla="*/ 1271046 h 1743739"/>
              <a:gd name="connsiteX5" fmla="*/ 1042990 w 1553353"/>
              <a:gd name="connsiteY5" fmla="*/ 1339702 h 1743739"/>
              <a:gd name="connsiteX6" fmla="*/ 1532088 w 1553353"/>
              <a:gd name="connsiteY6" fmla="*/ 1743739 h 1743739"/>
              <a:gd name="connsiteX0" fmla="*/ 1553353 w 1553353"/>
              <a:gd name="connsiteY0" fmla="*/ 0 h 1743739"/>
              <a:gd name="connsiteX1" fmla="*/ 1087951 w 1553353"/>
              <a:gd name="connsiteY1" fmla="*/ 363025 h 1743739"/>
              <a:gd name="connsiteX2" fmla="*/ 237953 w 1553353"/>
              <a:gd name="connsiteY2" fmla="*/ 431985 h 1743739"/>
              <a:gd name="connsiteX3" fmla="*/ 1000 w 1553353"/>
              <a:gd name="connsiteY3" fmla="*/ 914400 h 1743739"/>
              <a:gd name="connsiteX4" fmla="*/ 298711 w 1553353"/>
              <a:gd name="connsiteY4" fmla="*/ 1271046 h 1743739"/>
              <a:gd name="connsiteX5" fmla="*/ 1042990 w 1553353"/>
              <a:gd name="connsiteY5" fmla="*/ 1339702 h 1743739"/>
              <a:gd name="connsiteX6" fmla="*/ 1532088 w 1553353"/>
              <a:gd name="connsiteY6" fmla="*/ 1743739 h 1743739"/>
              <a:gd name="connsiteX0" fmla="*/ 1553353 w 1553353"/>
              <a:gd name="connsiteY0" fmla="*/ 0 h 1743739"/>
              <a:gd name="connsiteX1" fmla="*/ 1087951 w 1553353"/>
              <a:gd name="connsiteY1" fmla="*/ 363025 h 1743739"/>
              <a:gd name="connsiteX2" fmla="*/ 237953 w 1553353"/>
              <a:gd name="connsiteY2" fmla="*/ 431985 h 1743739"/>
              <a:gd name="connsiteX3" fmla="*/ 1000 w 1553353"/>
              <a:gd name="connsiteY3" fmla="*/ 914400 h 1743739"/>
              <a:gd name="connsiteX4" fmla="*/ 298711 w 1553353"/>
              <a:gd name="connsiteY4" fmla="*/ 1271046 h 1743739"/>
              <a:gd name="connsiteX5" fmla="*/ 1042990 w 1553353"/>
              <a:gd name="connsiteY5" fmla="*/ 1339702 h 1743739"/>
              <a:gd name="connsiteX6" fmla="*/ 1532088 w 1553353"/>
              <a:gd name="connsiteY6" fmla="*/ 1743739 h 1743739"/>
              <a:gd name="connsiteX0" fmla="*/ 1553353 w 1553353"/>
              <a:gd name="connsiteY0" fmla="*/ 0 h 1743739"/>
              <a:gd name="connsiteX1" fmla="*/ 1087951 w 1553353"/>
              <a:gd name="connsiteY1" fmla="*/ 363025 h 1743739"/>
              <a:gd name="connsiteX2" fmla="*/ 237953 w 1553353"/>
              <a:gd name="connsiteY2" fmla="*/ 431985 h 1743739"/>
              <a:gd name="connsiteX3" fmla="*/ 1000 w 1553353"/>
              <a:gd name="connsiteY3" fmla="*/ 914400 h 1743739"/>
              <a:gd name="connsiteX4" fmla="*/ 298711 w 1553353"/>
              <a:gd name="connsiteY4" fmla="*/ 1271046 h 1743739"/>
              <a:gd name="connsiteX5" fmla="*/ 1042990 w 1553353"/>
              <a:gd name="connsiteY5" fmla="*/ 1339702 h 1743739"/>
              <a:gd name="connsiteX6" fmla="*/ 1532088 w 1553353"/>
              <a:gd name="connsiteY6" fmla="*/ 1743739 h 1743739"/>
              <a:gd name="connsiteX0" fmla="*/ 1579265 w 1579265"/>
              <a:gd name="connsiteY0" fmla="*/ 0 h 1743739"/>
              <a:gd name="connsiteX1" fmla="*/ 1113863 w 1579265"/>
              <a:gd name="connsiteY1" fmla="*/ 363025 h 1743739"/>
              <a:gd name="connsiteX2" fmla="*/ 263865 w 1579265"/>
              <a:gd name="connsiteY2" fmla="*/ 431985 h 1743739"/>
              <a:gd name="connsiteX3" fmla="*/ 786 w 1579265"/>
              <a:gd name="connsiteY3" fmla="*/ 875212 h 1743739"/>
              <a:gd name="connsiteX4" fmla="*/ 324623 w 1579265"/>
              <a:gd name="connsiteY4" fmla="*/ 1271046 h 1743739"/>
              <a:gd name="connsiteX5" fmla="*/ 1068902 w 1579265"/>
              <a:gd name="connsiteY5" fmla="*/ 1339702 h 1743739"/>
              <a:gd name="connsiteX6" fmla="*/ 1558000 w 1579265"/>
              <a:gd name="connsiteY6" fmla="*/ 1743739 h 1743739"/>
              <a:gd name="connsiteX0" fmla="*/ 1553139 w 1558000"/>
              <a:gd name="connsiteY0" fmla="*/ 0 h 1769865"/>
              <a:gd name="connsiteX1" fmla="*/ 1113863 w 1558000"/>
              <a:gd name="connsiteY1" fmla="*/ 389151 h 1769865"/>
              <a:gd name="connsiteX2" fmla="*/ 263865 w 1558000"/>
              <a:gd name="connsiteY2" fmla="*/ 458111 h 1769865"/>
              <a:gd name="connsiteX3" fmla="*/ 786 w 1558000"/>
              <a:gd name="connsiteY3" fmla="*/ 901338 h 1769865"/>
              <a:gd name="connsiteX4" fmla="*/ 324623 w 1558000"/>
              <a:gd name="connsiteY4" fmla="*/ 1297172 h 1769865"/>
              <a:gd name="connsiteX5" fmla="*/ 1068902 w 1558000"/>
              <a:gd name="connsiteY5" fmla="*/ 1365828 h 1769865"/>
              <a:gd name="connsiteX6" fmla="*/ 1558000 w 1558000"/>
              <a:gd name="connsiteY6" fmla="*/ 1769865 h 1769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58000" h="1769865">
                <a:moveTo>
                  <a:pt x="1553139" y="0"/>
                </a:moveTo>
                <a:cubicBezTo>
                  <a:pt x="1519318" y="41011"/>
                  <a:pt x="1328742" y="312799"/>
                  <a:pt x="1113863" y="389151"/>
                </a:cubicBezTo>
                <a:cubicBezTo>
                  <a:pt x="898984" y="465503"/>
                  <a:pt x="449378" y="372747"/>
                  <a:pt x="263865" y="458111"/>
                </a:cubicBezTo>
                <a:cubicBezTo>
                  <a:pt x="78352" y="543476"/>
                  <a:pt x="-9340" y="761494"/>
                  <a:pt x="786" y="901338"/>
                </a:cubicBezTo>
                <a:cubicBezTo>
                  <a:pt x="10912" y="1041182"/>
                  <a:pt x="146604" y="1219757"/>
                  <a:pt x="324623" y="1297172"/>
                </a:cubicBezTo>
                <a:cubicBezTo>
                  <a:pt x="502642" y="1374587"/>
                  <a:pt x="863339" y="1287046"/>
                  <a:pt x="1068902" y="1365828"/>
                </a:cubicBezTo>
                <a:cubicBezTo>
                  <a:pt x="1274465" y="1444610"/>
                  <a:pt x="1476484" y="1695437"/>
                  <a:pt x="1558000" y="1769865"/>
                </a:cubicBezTo>
              </a:path>
            </a:pathLst>
          </a:custGeom>
          <a:ln w="190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/>
        </p:nvSpPr>
        <p:spPr>
          <a:xfrm>
            <a:off x="995015" y="2361174"/>
            <a:ext cx="1175685" cy="2573382"/>
          </a:xfrm>
          <a:custGeom>
            <a:avLst/>
            <a:gdLst>
              <a:gd name="connsiteX0" fmla="*/ 1216931 w 1216931"/>
              <a:gd name="connsiteY0" fmla="*/ 0 h 2573382"/>
              <a:gd name="connsiteX1" fmla="*/ 224154 w 1216931"/>
              <a:gd name="connsiteY1" fmla="*/ 692331 h 2573382"/>
              <a:gd name="connsiteX2" fmla="*/ 15148 w 1216931"/>
              <a:gd name="connsiteY2" fmla="*/ 1306285 h 2573382"/>
              <a:gd name="connsiteX3" fmla="*/ 498474 w 1216931"/>
              <a:gd name="connsiteY3" fmla="*/ 2037805 h 2573382"/>
              <a:gd name="connsiteX4" fmla="*/ 1034051 w 1216931"/>
              <a:gd name="connsiteY4" fmla="*/ 2573382 h 2573382"/>
              <a:gd name="connsiteX5" fmla="*/ 1034051 w 1216931"/>
              <a:gd name="connsiteY5" fmla="*/ 2573382 h 2573382"/>
              <a:gd name="connsiteX0" fmla="*/ 1216931 w 1216931"/>
              <a:gd name="connsiteY0" fmla="*/ 0 h 2573382"/>
              <a:gd name="connsiteX1" fmla="*/ 224154 w 1216931"/>
              <a:gd name="connsiteY1" fmla="*/ 692331 h 2573382"/>
              <a:gd name="connsiteX2" fmla="*/ 15148 w 1216931"/>
              <a:gd name="connsiteY2" fmla="*/ 1306285 h 2573382"/>
              <a:gd name="connsiteX3" fmla="*/ 498474 w 1216931"/>
              <a:gd name="connsiteY3" fmla="*/ 2037805 h 2573382"/>
              <a:gd name="connsiteX4" fmla="*/ 1034051 w 1216931"/>
              <a:gd name="connsiteY4" fmla="*/ 2573382 h 2573382"/>
              <a:gd name="connsiteX5" fmla="*/ 1034051 w 1216931"/>
              <a:gd name="connsiteY5" fmla="*/ 2573382 h 2573382"/>
              <a:gd name="connsiteX0" fmla="*/ 1227630 w 1227630"/>
              <a:gd name="connsiteY0" fmla="*/ 0 h 2573382"/>
              <a:gd name="connsiteX1" fmla="*/ 234853 w 1227630"/>
              <a:gd name="connsiteY1" fmla="*/ 692331 h 2573382"/>
              <a:gd name="connsiteX2" fmla="*/ 25847 w 1227630"/>
              <a:gd name="connsiteY2" fmla="*/ 1306285 h 2573382"/>
              <a:gd name="connsiteX3" fmla="*/ 665928 w 1227630"/>
              <a:gd name="connsiteY3" fmla="*/ 2103120 h 2573382"/>
              <a:gd name="connsiteX4" fmla="*/ 1044750 w 1227630"/>
              <a:gd name="connsiteY4" fmla="*/ 2573382 h 2573382"/>
              <a:gd name="connsiteX5" fmla="*/ 1044750 w 1227630"/>
              <a:gd name="connsiteY5" fmla="*/ 2573382 h 2573382"/>
              <a:gd name="connsiteX0" fmla="*/ 1227630 w 1227630"/>
              <a:gd name="connsiteY0" fmla="*/ 0 h 2573382"/>
              <a:gd name="connsiteX1" fmla="*/ 234853 w 1227630"/>
              <a:gd name="connsiteY1" fmla="*/ 692331 h 2573382"/>
              <a:gd name="connsiteX2" fmla="*/ 25847 w 1227630"/>
              <a:gd name="connsiteY2" fmla="*/ 1306285 h 2573382"/>
              <a:gd name="connsiteX3" fmla="*/ 665928 w 1227630"/>
              <a:gd name="connsiteY3" fmla="*/ 2103120 h 2573382"/>
              <a:gd name="connsiteX4" fmla="*/ 1044750 w 1227630"/>
              <a:gd name="connsiteY4" fmla="*/ 2573382 h 2573382"/>
              <a:gd name="connsiteX5" fmla="*/ 1044750 w 1227630"/>
              <a:gd name="connsiteY5" fmla="*/ 2573382 h 2573382"/>
              <a:gd name="connsiteX0" fmla="*/ 1204022 w 1204022"/>
              <a:gd name="connsiteY0" fmla="*/ 0 h 2573382"/>
              <a:gd name="connsiteX1" fmla="*/ 459439 w 1204022"/>
              <a:gd name="connsiteY1" fmla="*/ 509451 h 2573382"/>
              <a:gd name="connsiteX2" fmla="*/ 2239 w 1204022"/>
              <a:gd name="connsiteY2" fmla="*/ 1306285 h 2573382"/>
              <a:gd name="connsiteX3" fmla="*/ 642320 w 1204022"/>
              <a:gd name="connsiteY3" fmla="*/ 2103120 h 2573382"/>
              <a:gd name="connsiteX4" fmla="*/ 1021142 w 1204022"/>
              <a:gd name="connsiteY4" fmla="*/ 2573382 h 2573382"/>
              <a:gd name="connsiteX5" fmla="*/ 1021142 w 1204022"/>
              <a:gd name="connsiteY5" fmla="*/ 2573382 h 2573382"/>
              <a:gd name="connsiteX0" fmla="*/ 1203054 w 1203054"/>
              <a:gd name="connsiteY0" fmla="*/ 0 h 2573382"/>
              <a:gd name="connsiteX1" fmla="*/ 497659 w 1203054"/>
              <a:gd name="connsiteY1" fmla="*/ 574765 h 2573382"/>
              <a:gd name="connsiteX2" fmla="*/ 1271 w 1203054"/>
              <a:gd name="connsiteY2" fmla="*/ 1306285 h 2573382"/>
              <a:gd name="connsiteX3" fmla="*/ 641352 w 1203054"/>
              <a:gd name="connsiteY3" fmla="*/ 2103120 h 2573382"/>
              <a:gd name="connsiteX4" fmla="*/ 1020174 w 1203054"/>
              <a:gd name="connsiteY4" fmla="*/ 2573382 h 2573382"/>
              <a:gd name="connsiteX5" fmla="*/ 1020174 w 1203054"/>
              <a:gd name="connsiteY5" fmla="*/ 2573382 h 2573382"/>
              <a:gd name="connsiteX0" fmla="*/ 1203054 w 1203054"/>
              <a:gd name="connsiteY0" fmla="*/ 0 h 2573382"/>
              <a:gd name="connsiteX1" fmla="*/ 497659 w 1203054"/>
              <a:gd name="connsiteY1" fmla="*/ 574765 h 2573382"/>
              <a:gd name="connsiteX2" fmla="*/ 1271 w 1203054"/>
              <a:gd name="connsiteY2" fmla="*/ 1306285 h 2573382"/>
              <a:gd name="connsiteX3" fmla="*/ 641352 w 1203054"/>
              <a:gd name="connsiteY3" fmla="*/ 2103120 h 2573382"/>
              <a:gd name="connsiteX4" fmla="*/ 1020174 w 1203054"/>
              <a:gd name="connsiteY4" fmla="*/ 2573382 h 2573382"/>
              <a:gd name="connsiteX5" fmla="*/ 1020174 w 1203054"/>
              <a:gd name="connsiteY5" fmla="*/ 2573382 h 2573382"/>
              <a:gd name="connsiteX0" fmla="*/ 1203279 w 1203279"/>
              <a:gd name="connsiteY0" fmla="*/ 0 h 2573382"/>
              <a:gd name="connsiteX1" fmla="*/ 497884 w 1203279"/>
              <a:gd name="connsiteY1" fmla="*/ 574765 h 2573382"/>
              <a:gd name="connsiteX2" fmla="*/ 1496 w 1203279"/>
              <a:gd name="connsiteY2" fmla="*/ 1306285 h 2573382"/>
              <a:gd name="connsiteX3" fmla="*/ 641577 w 1203279"/>
              <a:gd name="connsiteY3" fmla="*/ 2103120 h 2573382"/>
              <a:gd name="connsiteX4" fmla="*/ 1020399 w 1203279"/>
              <a:gd name="connsiteY4" fmla="*/ 2573382 h 2573382"/>
              <a:gd name="connsiteX5" fmla="*/ 1020399 w 1203279"/>
              <a:gd name="connsiteY5" fmla="*/ 2573382 h 2573382"/>
              <a:gd name="connsiteX0" fmla="*/ 1177015 w 1177015"/>
              <a:gd name="connsiteY0" fmla="*/ 0 h 2573382"/>
              <a:gd name="connsiteX1" fmla="*/ 471620 w 1177015"/>
              <a:gd name="connsiteY1" fmla="*/ 574765 h 2573382"/>
              <a:gd name="connsiteX2" fmla="*/ 1358 w 1177015"/>
              <a:gd name="connsiteY2" fmla="*/ 1201782 h 2573382"/>
              <a:gd name="connsiteX3" fmla="*/ 615313 w 1177015"/>
              <a:gd name="connsiteY3" fmla="*/ 2103120 h 2573382"/>
              <a:gd name="connsiteX4" fmla="*/ 994135 w 1177015"/>
              <a:gd name="connsiteY4" fmla="*/ 2573382 h 2573382"/>
              <a:gd name="connsiteX5" fmla="*/ 994135 w 1177015"/>
              <a:gd name="connsiteY5" fmla="*/ 2573382 h 2573382"/>
              <a:gd name="connsiteX0" fmla="*/ 1176024 w 1176024"/>
              <a:gd name="connsiteY0" fmla="*/ 0 h 2573382"/>
              <a:gd name="connsiteX1" fmla="*/ 470629 w 1176024"/>
              <a:gd name="connsiteY1" fmla="*/ 574765 h 2573382"/>
              <a:gd name="connsiteX2" fmla="*/ 367 w 1176024"/>
              <a:gd name="connsiteY2" fmla="*/ 1201782 h 2573382"/>
              <a:gd name="connsiteX3" fmla="*/ 614322 w 1176024"/>
              <a:gd name="connsiteY3" fmla="*/ 2103120 h 2573382"/>
              <a:gd name="connsiteX4" fmla="*/ 993144 w 1176024"/>
              <a:gd name="connsiteY4" fmla="*/ 2573382 h 2573382"/>
              <a:gd name="connsiteX5" fmla="*/ 993144 w 1176024"/>
              <a:gd name="connsiteY5" fmla="*/ 2573382 h 2573382"/>
              <a:gd name="connsiteX0" fmla="*/ 1189078 w 1189078"/>
              <a:gd name="connsiteY0" fmla="*/ 0 h 2573382"/>
              <a:gd name="connsiteX1" fmla="*/ 483683 w 1189078"/>
              <a:gd name="connsiteY1" fmla="*/ 574765 h 2573382"/>
              <a:gd name="connsiteX2" fmla="*/ 358 w 1189078"/>
              <a:gd name="connsiteY2" fmla="*/ 1267097 h 2573382"/>
              <a:gd name="connsiteX3" fmla="*/ 627376 w 1189078"/>
              <a:gd name="connsiteY3" fmla="*/ 2103120 h 2573382"/>
              <a:gd name="connsiteX4" fmla="*/ 1006198 w 1189078"/>
              <a:gd name="connsiteY4" fmla="*/ 2573382 h 2573382"/>
              <a:gd name="connsiteX5" fmla="*/ 1006198 w 1189078"/>
              <a:gd name="connsiteY5" fmla="*/ 2573382 h 2573382"/>
              <a:gd name="connsiteX0" fmla="*/ 1189078 w 1189078"/>
              <a:gd name="connsiteY0" fmla="*/ 0 h 2573382"/>
              <a:gd name="connsiteX1" fmla="*/ 483683 w 1189078"/>
              <a:gd name="connsiteY1" fmla="*/ 574765 h 2573382"/>
              <a:gd name="connsiteX2" fmla="*/ 358 w 1189078"/>
              <a:gd name="connsiteY2" fmla="*/ 1214845 h 2573382"/>
              <a:gd name="connsiteX3" fmla="*/ 627376 w 1189078"/>
              <a:gd name="connsiteY3" fmla="*/ 2103120 h 2573382"/>
              <a:gd name="connsiteX4" fmla="*/ 1006198 w 1189078"/>
              <a:gd name="connsiteY4" fmla="*/ 2573382 h 2573382"/>
              <a:gd name="connsiteX5" fmla="*/ 1006198 w 1189078"/>
              <a:gd name="connsiteY5" fmla="*/ 2573382 h 2573382"/>
              <a:gd name="connsiteX0" fmla="*/ 1189360 w 1189360"/>
              <a:gd name="connsiteY0" fmla="*/ 0 h 2573382"/>
              <a:gd name="connsiteX1" fmla="*/ 523154 w 1189360"/>
              <a:gd name="connsiteY1" fmla="*/ 574765 h 2573382"/>
              <a:gd name="connsiteX2" fmla="*/ 640 w 1189360"/>
              <a:gd name="connsiteY2" fmla="*/ 1214845 h 2573382"/>
              <a:gd name="connsiteX3" fmla="*/ 627658 w 1189360"/>
              <a:gd name="connsiteY3" fmla="*/ 2103120 h 2573382"/>
              <a:gd name="connsiteX4" fmla="*/ 1006480 w 1189360"/>
              <a:gd name="connsiteY4" fmla="*/ 2573382 h 2573382"/>
              <a:gd name="connsiteX5" fmla="*/ 1006480 w 1189360"/>
              <a:gd name="connsiteY5" fmla="*/ 2573382 h 2573382"/>
              <a:gd name="connsiteX0" fmla="*/ 1189384 w 1189384"/>
              <a:gd name="connsiteY0" fmla="*/ 0 h 2573382"/>
              <a:gd name="connsiteX1" fmla="*/ 523178 w 1189384"/>
              <a:gd name="connsiteY1" fmla="*/ 574765 h 2573382"/>
              <a:gd name="connsiteX2" fmla="*/ 664 w 1189384"/>
              <a:gd name="connsiteY2" fmla="*/ 1214845 h 2573382"/>
              <a:gd name="connsiteX3" fmla="*/ 627682 w 1189384"/>
              <a:gd name="connsiteY3" fmla="*/ 2103120 h 2573382"/>
              <a:gd name="connsiteX4" fmla="*/ 1006504 w 1189384"/>
              <a:gd name="connsiteY4" fmla="*/ 2573382 h 2573382"/>
              <a:gd name="connsiteX5" fmla="*/ 1006504 w 1189384"/>
              <a:gd name="connsiteY5" fmla="*/ 2573382 h 2573382"/>
              <a:gd name="connsiteX0" fmla="*/ 1189384 w 1189384"/>
              <a:gd name="connsiteY0" fmla="*/ 0 h 2573382"/>
              <a:gd name="connsiteX1" fmla="*/ 523178 w 1189384"/>
              <a:gd name="connsiteY1" fmla="*/ 574765 h 2573382"/>
              <a:gd name="connsiteX2" fmla="*/ 664 w 1189384"/>
              <a:gd name="connsiteY2" fmla="*/ 1214845 h 2573382"/>
              <a:gd name="connsiteX3" fmla="*/ 627682 w 1189384"/>
              <a:gd name="connsiteY3" fmla="*/ 2103120 h 2573382"/>
              <a:gd name="connsiteX4" fmla="*/ 1006504 w 1189384"/>
              <a:gd name="connsiteY4" fmla="*/ 2573382 h 2573382"/>
              <a:gd name="connsiteX5" fmla="*/ 1006504 w 1189384"/>
              <a:gd name="connsiteY5" fmla="*/ 2573382 h 2573382"/>
              <a:gd name="connsiteX0" fmla="*/ 1176318 w 1176318"/>
              <a:gd name="connsiteY0" fmla="*/ 0 h 2573382"/>
              <a:gd name="connsiteX1" fmla="*/ 510112 w 1176318"/>
              <a:gd name="connsiteY1" fmla="*/ 574765 h 2573382"/>
              <a:gd name="connsiteX2" fmla="*/ 661 w 1176318"/>
              <a:gd name="connsiteY2" fmla="*/ 1267096 h 2573382"/>
              <a:gd name="connsiteX3" fmla="*/ 614616 w 1176318"/>
              <a:gd name="connsiteY3" fmla="*/ 2103120 h 2573382"/>
              <a:gd name="connsiteX4" fmla="*/ 993438 w 1176318"/>
              <a:gd name="connsiteY4" fmla="*/ 2573382 h 2573382"/>
              <a:gd name="connsiteX5" fmla="*/ 993438 w 1176318"/>
              <a:gd name="connsiteY5" fmla="*/ 2573382 h 2573382"/>
              <a:gd name="connsiteX0" fmla="*/ 1175693 w 1175693"/>
              <a:gd name="connsiteY0" fmla="*/ 0 h 2573382"/>
              <a:gd name="connsiteX1" fmla="*/ 587864 w 1175693"/>
              <a:gd name="connsiteY1" fmla="*/ 548639 h 2573382"/>
              <a:gd name="connsiteX2" fmla="*/ 36 w 1175693"/>
              <a:gd name="connsiteY2" fmla="*/ 1267096 h 2573382"/>
              <a:gd name="connsiteX3" fmla="*/ 613991 w 1175693"/>
              <a:gd name="connsiteY3" fmla="*/ 2103120 h 2573382"/>
              <a:gd name="connsiteX4" fmla="*/ 992813 w 1175693"/>
              <a:gd name="connsiteY4" fmla="*/ 2573382 h 2573382"/>
              <a:gd name="connsiteX5" fmla="*/ 992813 w 1175693"/>
              <a:gd name="connsiteY5" fmla="*/ 2573382 h 2573382"/>
              <a:gd name="connsiteX0" fmla="*/ 1175693 w 1175693"/>
              <a:gd name="connsiteY0" fmla="*/ 0 h 2573382"/>
              <a:gd name="connsiteX1" fmla="*/ 587864 w 1175693"/>
              <a:gd name="connsiteY1" fmla="*/ 548639 h 2573382"/>
              <a:gd name="connsiteX2" fmla="*/ 36 w 1175693"/>
              <a:gd name="connsiteY2" fmla="*/ 1267096 h 2573382"/>
              <a:gd name="connsiteX3" fmla="*/ 613991 w 1175693"/>
              <a:gd name="connsiteY3" fmla="*/ 2103120 h 2573382"/>
              <a:gd name="connsiteX4" fmla="*/ 992813 w 1175693"/>
              <a:gd name="connsiteY4" fmla="*/ 2573382 h 2573382"/>
              <a:gd name="connsiteX5" fmla="*/ 992813 w 1175693"/>
              <a:gd name="connsiteY5" fmla="*/ 2573382 h 2573382"/>
              <a:gd name="connsiteX0" fmla="*/ 1175687 w 1175687"/>
              <a:gd name="connsiteY0" fmla="*/ 0 h 2573382"/>
              <a:gd name="connsiteX1" fmla="*/ 587858 w 1175687"/>
              <a:gd name="connsiteY1" fmla="*/ 548639 h 2573382"/>
              <a:gd name="connsiteX2" fmla="*/ 30 w 1175687"/>
              <a:gd name="connsiteY2" fmla="*/ 1267096 h 2573382"/>
              <a:gd name="connsiteX3" fmla="*/ 613985 w 1175687"/>
              <a:gd name="connsiteY3" fmla="*/ 2103120 h 2573382"/>
              <a:gd name="connsiteX4" fmla="*/ 992807 w 1175687"/>
              <a:gd name="connsiteY4" fmla="*/ 2573382 h 2573382"/>
              <a:gd name="connsiteX5" fmla="*/ 992807 w 1175687"/>
              <a:gd name="connsiteY5" fmla="*/ 2573382 h 2573382"/>
              <a:gd name="connsiteX0" fmla="*/ 1175685 w 1175685"/>
              <a:gd name="connsiteY0" fmla="*/ 0 h 2573382"/>
              <a:gd name="connsiteX1" fmla="*/ 587856 w 1175685"/>
              <a:gd name="connsiteY1" fmla="*/ 548639 h 2573382"/>
              <a:gd name="connsiteX2" fmla="*/ 28 w 1175685"/>
              <a:gd name="connsiteY2" fmla="*/ 1267096 h 2573382"/>
              <a:gd name="connsiteX3" fmla="*/ 613983 w 1175685"/>
              <a:gd name="connsiteY3" fmla="*/ 2103120 h 2573382"/>
              <a:gd name="connsiteX4" fmla="*/ 992805 w 1175685"/>
              <a:gd name="connsiteY4" fmla="*/ 2573382 h 2573382"/>
              <a:gd name="connsiteX5" fmla="*/ 992805 w 1175685"/>
              <a:gd name="connsiteY5" fmla="*/ 2573382 h 2573382"/>
              <a:gd name="connsiteX0" fmla="*/ 1175685 w 1175685"/>
              <a:gd name="connsiteY0" fmla="*/ 0 h 2573382"/>
              <a:gd name="connsiteX1" fmla="*/ 587856 w 1175685"/>
              <a:gd name="connsiteY1" fmla="*/ 548639 h 2573382"/>
              <a:gd name="connsiteX2" fmla="*/ 28 w 1175685"/>
              <a:gd name="connsiteY2" fmla="*/ 1267096 h 2573382"/>
              <a:gd name="connsiteX3" fmla="*/ 613983 w 1175685"/>
              <a:gd name="connsiteY3" fmla="*/ 2103120 h 2573382"/>
              <a:gd name="connsiteX4" fmla="*/ 992805 w 1175685"/>
              <a:gd name="connsiteY4" fmla="*/ 2573382 h 2573382"/>
              <a:gd name="connsiteX5" fmla="*/ 992805 w 1175685"/>
              <a:gd name="connsiteY5" fmla="*/ 2573382 h 2573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685" h="2573382">
                <a:moveTo>
                  <a:pt x="1175685" y="0"/>
                </a:moveTo>
                <a:cubicBezTo>
                  <a:pt x="844759" y="354874"/>
                  <a:pt x="659316" y="475000"/>
                  <a:pt x="587856" y="548639"/>
                </a:cubicBezTo>
                <a:cubicBezTo>
                  <a:pt x="516396" y="622278"/>
                  <a:pt x="-4326" y="812073"/>
                  <a:pt x="28" y="1267096"/>
                </a:cubicBezTo>
                <a:cubicBezTo>
                  <a:pt x="4382" y="1722119"/>
                  <a:pt x="525361" y="2016034"/>
                  <a:pt x="613983" y="2103120"/>
                </a:cubicBezTo>
                <a:cubicBezTo>
                  <a:pt x="702605" y="2190206"/>
                  <a:pt x="827342" y="2285999"/>
                  <a:pt x="992805" y="2573382"/>
                </a:cubicBezTo>
                <a:lnTo>
                  <a:pt x="992805" y="2573382"/>
                </a:lnTo>
              </a:path>
            </a:pathLst>
          </a:cu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/>
        </p:nvSpPr>
        <p:spPr>
          <a:xfrm>
            <a:off x="735022" y="2383457"/>
            <a:ext cx="434065" cy="2504995"/>
          </a:xfrm>
          <a:custGeom>
            <a:avLst/>
            <a:gdLst>
              <a:gd name="connsiteX0" fmla="*/ 235725 w 431286"/>
              <a:gd name="connsiteY0" fmla="*/ 0 h 2504995"/>
              <a:gd name="connsiteX1" fmla="*/ 427826 w 431286"/>
              <a:gd name="connsiteY1" fmla="*/ 437990 h 2504995"/>
              <a:gd name="connsiteX2" fmla="*/ 89729 w 431286"/>
              <a:gd name="connsiteY2" fmla="*/ 899032 h 2504995"/>
              <a:gd name="connsiteX3" fmla="*/ 20572 w 431286"/>
              <a:gd name="connsiteY3" fmla="*/ 1244814 h 2504995"/>
              <a:gd name="connsiteX4" fmla="*/ 397090 w 431286"/>
              <a:gd name="connsiteY4" fmla="*/ 2043953 h 2504995"/>
              <a:gd name="connsiteX5" fmla="*/ 281829 w 431286"/>
              <a:gd name="connsiteY5" fmla="*/ 2504995 h 2504995"/>
              <a:gd name="connsiteX0" fmla="*/ 195433 w 390994"/>
              <a:gd name="connsiteY0" fmla="*/ 0 h 2504995"/>
              <a:gd name="connsiteX1" fmla="*/ 387534 w 390994"/>
              <a:gd name="connsiteY1" fmla="*/ 437990 h 2504995"/>
              <a:gd name="connsiteX2" fmla="*/ 49437 w 390994"/>
              <a:gd name="connsiteY2" fmla="*/ 899032 h 2504995"/>
              <a:gd name="connsiteX3" fmla="*/ 34069 w 390994"/>
              <a:gd name="connsiteY3" fmla="*/ 1552175 h 2504995"/>
              <a:gd name="connsiteX4" fmla="*/ 356798 w 390994"/>
              <a:gd name="connsiteY4" fmla="*/ 2043953 h 2504995"/>
              <a:gd name="connsiteX5" fmla="*/ 241537 w 390994"/>
              <a:gd name="connsiteY5" fmla="*/ 2504995 h 2504995"/>
              <a:gd name="connsiteX0" fmla="*/ 200788 w 396349"/>
              <a:gd name="connsiteY0" fmla="*/ 0 h 2504995"/>
              <a:gd name="connsiteX1" fmla="*/ 392889 w 396349"/>
              <a:gd name="connsiteY1" fmla="*/ 437990 h 2504995"/>
              <a:gd name="connsiteX2" fmla="*/ 54792 w 396349"/>
              <a:gd name="connsiteY2" fmla="*/ 899032 h 2504995"/>
              <a:gd name="connsiteX3" fmla="*/ 39424 w 396349"/>
              <a:gd name="connsiteY3" fmla="*/ 1552175 h 2504995"/>
              <a:gd name="connsiteX4" fmla="*/ 362153 w 396349"/>
              <a:gd name="connsiteY4" fmla="*/ 2043953 h 2504995"/>
              <a:gd name="connsiteX5" fmla="*/ 246892 w 396349"/>
              <a:gd name="connsiteY5" fmla="*/ 2504995 h 2504995"/>
              <a:gd name="connsiteX0" fmla="*/ 199826 w 395387"/>
              <a:gd name="connsiteY0" fmla="*/ 0 h 2504995"/>
              <a:gd name="connsiteX1" fmla="*/ 391927 w 395387"/>
              <a:gd name="connsiteY1" fmla="*/ 437990 h 2504995"/>
              <a:gd name="connsiteX2" fmla="*/ 53830 w 395387"/>
              <a:gd name="connsiteY2" fmla="*/ 899032 h 2504995"/>
              <a:gd name="connsiteX3" fmla="*/ 7726 w 395387"/>
              <a:gd name="connsiteY3" fmla="*/ 1237130 h 2504995"/>
              <a:gd name="connsiteX4" fmla="*/ 38462 w 395387"/>
              <a:gd name="connsiteY4" fmla="*/ 1552175 h 2504995"/>
              <a:gd name="connsiteX5" fmla="*/ 361191 w 395387"/>
              <a:gd name="connsiteY5" fmla="*/ 2043953 h 2504995"/>
              <a:gd name="connsiteX6" fmla="*/ 245930 w 395387"/>
              <a:gd name="connsiteY6" fmla="*/ 2504995 h 2504995"/>
              <a:gd name="connsiteX0" fmla="*/ 238504 w 434065"/>
              <a:gd name="connsiteY0" fmla="*/ 0 h 2504995"/>
              <a:gd name="connsiteX1" fmla="*/ 430605 w 434065"/>
              <a:gd name="connsiteY1" fmla="*/ 437990 h 2504995"/>
              <a:gd name="connsiteX2" fmla="*/ 92508 w 434065"/>
              <a:gd name="connsiteY2" fmla="*/ 899032 h 2504995"/>
              <a:gd name="connsiteX3" fmla="*/ 300 w 434065"/>
              <a:gd name="connsiteY3" fmla="*/ 1244814 h 2504995"/>
              <a:gd name="connsiteX4" fmla="*/ 77140 w 434065"/>
              <a:gd name="connsiteY4" fmla="*/ 1552175 h 2504995"/>
              <a:gd name="connsiteX5" fmla="*/ 399869 w 434065"/>
              <a:gd name="connsiteY5" fmla="*/ 2043953 h 2504995"/>
              <a:gd name="connsiteX6" fmla="*/ 284608 w 434065"/>
              <a:gd name="connsiteY6" fmla="*/ 2504995 h 2504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065" h="2504995">
                <a:moveTo>
                  <a:pt x="238504" y="0"/>
                </a:moveTo>
                <a:cubicBezTo>
                  <a:pt x="346721" y="144075"/>
                  <a:pt x="454938" y="288151"/>
                  <a:pt x="430605" y="437990"/>
                </a:cubicBezTo>
                <a:cubicBezTo>
                  <a:pt x="406272" y="587829"/>
                  <a:pt x="164225" y="764561"/>
                  <a:pt x="92508" y="899032"/>
                </a:cubicBezTo>
                <a:cubicBezTo>
                  <a:pt x="20791" y="1033503"/>
                  <a:pt x="2861" y="1135957"/>
                  <a:pt x="300" y="1244814"/>
                </a:cubicBezTo>
                <a:cubicBezTo>
                  <a:pt x="-2261" y="1353671"/>
                  <a:pt x="10545" y="1418985"/>
                  <a:pt x="77140" y="1552175"/>
                </a:cubicBezTo>
                <a:cubicBezTo>
                  <a:pt x="143735" y="1685365"/>
                  <a:pt x="365291" y="1885150"/>
                  <a:pt x="399869" y="2043953"/>
                </a:cubicBezTo>
                <a:cubicBezTo>
                  <a:pt x="434447" y="2202756"/>
                  <a:pt x="364010" y="2379489"/>
                  <a:pt x="284608" y="2504995"/>
                </a:cubicBezTo>
              </a:path>
            </a:pathLst>
          </a:cu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312700" y="3105756"/>
            <a:ext cx="223078" cy="1129553"/>
          </a:xfrm>
          <a:custGeom>
            <a:avLst/>
            <a:gdLst>
              <a:gd name="connsiteX0" fmla="*/ 0 w 223461"/>
              <a:gd name="connsiteY0" fmla="*/ 0 h 1129553"/>
              <a:gd name="connsiteX1" fmla="*/ 222837 w 223461"/>
              <a:gd name="connsiteY1" fmla="*/ 514831 h 1129553"/>
              <a:gd name="connsiteX2" fmla="*/ 53789 w 223461"/>
              <a:gd name="connsiteY2" fmla="*/ 1129553 h 1129553"/>
              <a:gd name="connsiteX0" fmla="*/ 0 w 223461"/>
              <a:gd name="connsiteY0" fmla="*/ 0 h 1129553"/>
              <a:gd name="connsiteX1" fmla="*/ 222837 w 223461"/>
              <a:gd name="connsiteY1" fmla="*/ 537883 h 1129553"/>
              <a:gd name="connsiteX2" fmla="*/ 53789 w 223461"/>
              <a:gd name="connsiteY2" fmla="*/ 1129553 h 1129553"/>
              <a:gd name="connsiteX0" fmla="*/ 0 w 223078"/>
              <a:gd name="connsiteY0" fmla="*/ 0 h 1129553"/>
              <a:gd name="connsiteX1" fmla="*/ 222837 w 223078"/>
              <a:gd name="connsiteY1" fmla="*/ 537883 h 1129553"/>
              <a:gd name="connsiteX2" fmla="*/ 53789 w 223078"/>
              <a:gd name="connsiteY2" fmla="*/ 1129553 h 1129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3078" h="1129553">
                <a:moveTo>
                  <a:pt x="0" y="0"/>
                </a:moveTo>
                <a:cubicBezTo>
                  <a:pt x="106936" y="163286"/>
                  <a:pt x="229240" y="195944"/>
                  <a:pt x="222837" y="537883"/>
                </a:cubicBezTo>
                <a:cubicBezTo>
                  <a:pt x="216434" y="879822"/>
                  <a:pt x="142795" y="916321"/>
                  <a:pt x="53789" y="1129553"/>
                </a:cubicBezTo>
              </a:path>
            </a:pathLst>
          </a:cu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 flipH="1">
            <a:off x="2020769" y="2696859"/>
            <a:ext cx="1033369" cy="980409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3054137" y="2383457"/>
            <a:ext cx="12490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/>
              <a:t>horizon</a:t>
            </a:r>
            <a:endParaRPr lang="zh-CN" altLang="en-US" sz="2400" b="1" dirty="0"/>
          </a:p>
        </p:txBody>
      </p:sp>
      <p:cxnSp>
        <p:nvCxnSpPr>
          <p:cNvPr id="14" name="直接箭头连接符 13"/>
          <p:cNvCxnSpPr/>
          <p:nvPr/>
        </p:nvCxnSpPr>
        <p:spPr>
          <a:xfrm flipH="1" flipV="1">
            <a:off x="2579226" y="4650105"/>
            <a:ext cx="273045" cy="22055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2852271" y="4699409"/>
            <a:ext cx="1531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/>
              <a:t>boundary</a:t>
            </a:r>
            <a:endParaRPr lang="zh-CN" altLang="en-US" sz="2400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1320856" y="5208312"/>
            <a:ext cx="5501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/>
              <a:t>(a)</a:t>
            </a:r>
            <a:endParaRPr lang="zh-CN" altLang="en-US" sz="2400" b="1" dirty="0"/>
          </a:p>
        </p:txBody>
      </p:sp>
      <p:sp>
        <p:nvSpPr>
          <p:cNvPr id="23" name="椭圆 22"/>
          <p:cNvSpPr/>
          <p:nvPr/>
        </p:nvSpPr>
        <p:spPr>
          <a:xfrm>
            <a:off x="4303197" y="2361174"/>
            <a:ext cx="2764465" cy="276446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5334554" y="3392531"/>
            <a:ext cx="701749" cy="701749"/>
          </a:xfrm>
          <a:prstGeom prst="ellipse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/>
        </p:nvSpPr>
        <p:spPr>
          <a:xfrm>
            <a:off x="5211679" y="2887942"/>
            <a:ext cx="1544905" cy="1726728"/>
          </a:xfrm>
          <a:custGeom>
            <a:avLst/>
            <a:gdLst>
              <a:gd name="connsiteX0" fmla="*/ 1563685 w 1589483"/>
              <a:gd name="connsiteY0" fmla="*/ 0 h 1799668"/>
              <a:gd name="connsiteX1" fmla="*/ 628020 w 1589483"/>
              <a:gd name="connsiteY1" fmla="*/ 297711 h 1799668"/>
              <a:gd name="connsiteX2" fmla="*/ 117657 w 1589483"/>
              <a:gd name="connsiteY2" fmla="*/ 510362 h 1799668"/>
              <a:gd name="connsiteX3" fmla="*/ 11332 w 1589483"/>
              <a:gd name="connsiteY3" fmla="*/ 914400 h 1799668"/>
              <a:gd name="connsiteX4" fmla="*/ 309043 w 1589483"/>
              <a:gd name="connsiteY4" fmla="*/ 1297172 h 1799668"/>
              <a:gd name="connsiteX5" fmla="*/ 1053322 w 1589483"/>
              <a:gd name="connsiteY5" fmla="*/ 1339702 h 1799668"/>
              <a:gd name="connsiteX6" fmla="*/ 1542420 w 1589483"/>
              <a:gd name="connsiteY6" fmla="*/ 1743739 h 1799668"/>
              <a:gd name="connsiteX7" fmla="*/ 1542420 w 1589483"/>
              <a:gd name="connsiteY7" fmla="*/ 1786269 h 1799668"/>
              <a:gd name="connsiteX0" fmla="*/ 1580965 w 1606763"/>
              <a:gd name="connsiteY0" fmla="*/ 0 h 1799668"/>
              <a:gd name="connsiteX1" fmla="*/ 1115563 w 1606763"/>
              <a:gd name="connsiteY1" fmla="*/ 363025 h 1799668"/>
              <a:gd name="connsiteX2" fmla="*/ 134937 w 1606763"/>
              <a:gd name="connsiteY2" fmla="*/ 510362 h 1799668"/>
              <a:gd name="connsiteX3" fmla="*/ 28612 w 1606763"/>
              <a:gd name="connsiteY3" fmla="*/ 914400 h 1799668"/>
              <a:gd name="connsiteX4" fmla="*/ 326323 w 1606763"/>
              <a:gd name="connsiteY4" fmla="*/ 1297172 h 1799668"/>
              <a:gd name="connsiteX5" fmla="*/ 1070602 w 1606763"/>
              <a:gd name="connsiteY5" fmla="*/ 1339702 h 1799668"/>
              <a:gd name="connsiteX6" fmla="*/ 1559700 w 1606763"/>
              <a:gd name="connsiteY6" fmla="*/ 1743739 h 1799668"/>
              <a:gd name="connsiteX7" fmla="*/ 1559700 w 1606763"/>
              <a:gd name="connsiteY7" fmla="*/ 1786269 h 1799668"/>
              <a:gd name="connsiteX0" fmla="*/ 1580965 w 1606763"/>
              <a:gd name="connsiteY0" fmla="*/ 0 h 1799668"/>
              <a:gd name="connsiteX1" fmla="*/ 1115563 w 1606763"/>
              <a:gd name="connsiteY1" fmla="*/ 363025 h 1799668"/>
              <a:gd name="connsiteX2" fmla="*/ 134937 w 1606763"/>
              <a:gd name="connsiteY2" fmla="*/ 510362 h 1799668"/>
              <a:gd name="connsiteX3" fmla="*/ 28612 w 1606763"/>
              <a:gd name="connsiteY3" fmla="*/ 914400 h 1799668"/>
              <a:gd name="connsiteX4" fmla="*/ 326323 w 1606763"/>
              <a:gd name="connsiteY4" fmla="*/ 1297172 h 1799668"/>
              <a:gd name="connsiteX5" fmla="*/ 1070602 w 1606763"/>
              <a:gd name="connsiteY5" fmla="*/ 1339702 h 1799668"/>
              <a:gd name="connsiteX6" fmla="*/ 1559700 w 1606763"/>
              <a:gd name="connsiteY6" fmla="*/ 1743739 h 1799668"/>
              <a:gd name="connsiteX7" fmla="*/ 1559700 w 1606763"/>
              <a:gd name="connsiteY7" fmla="*/ 1786269 h 1799668"/>
              <a:gd name="connsiteX0" fmla="*/ 1580965 w 1606763"/>
              <a:gd name="connsiteY0" fmla="*/ 0 h 1799668"/>
              <a:gd name="connsiteX1" fmla="*/ 1115563 w 1606763"/>
              <a:gd name="connsiteY1" fmla="*/ 363025 h 1799668"/>
              <a:gd name="connsiteX2" fmla="*/ 134937 w 1606763"/>
              <a:gd name="connsiteY2" fmla="*/ 510362 h 1799668"/>
              <a:gd name="connsiteX3" fmla="*/ 28612 w 1606763"/>
              <a:gd name="connsiteY3" fmla="*/ 914400 h 1799668"/>
              <a:gd name="connsiteX4" fmla="*/ 326323 w 1606763"/>
              <a:gd name="connsiteY4" fmla="*/ 1297172 h 1799668"/>
              <a:gd name="connsiteX5" fmla="*/ 1070602 w 1606763"/>
              <a:gd name="connsiteY5" fmla="*/ 1339702 h 1799668"/>
              <a:gd name="connsiteX6" fmla="*/ 1559700 w 1606763"/>
              <a:gd name="connsiteY6" fmla="*/ 1743739 h 1799668"/>
              <a:gd name="connsiteX7" fmla="*/ 1559700 w 1606763"/>
              <a:gd name="connsiteY7" fmla="*/ 1786269 h 1799668"/>
              <a:gd name="connsiteX0" fmla="*/ 1553353 w 1579151"/>
              <a:gd name="connsiteY0" fmla="*/ 0 h 1799668"/>
              <a:gd name="connsiteX1" fmla="*/ 1087951 w 1579151"/>
              <a:gd name="connsiteY1" fmla="*/ 363025 h 1799668"/>
              <a:gd name="connsiteX2" fmla="*/ 237953 w 1579151"/>
              <a:gd name="connsiteY2" fmla="*/ 431985 h 1799668"/>
              <a:gd name="connsiteX3" fmla="*/ 1000 w 1579151"/>
              <a:gd name="connsiteY3" fmla="*/ 914400 h 1799668"/>
              <a:gd name="connsiteX4" fmla="*/ 298711 w 1579151"/>
              <a:gd name="connsiteY4" fmla="*/ 1297172 h 1799668"/>
              <a:gd name="connsiteX5" fmla="*/ 1042990 w 1579151"/>
              <a:gd name="connsiteY5" fmla="*/ 1339702 h 1799668"/>
              <a:gd name="connsiteX6" fmla="*/ 1532088 w 1579151"/>
              <a:gd name="connsiteY6" fmla="*/ 1743739 h 1799668"/>
              <a:gd name="connsiteX7" fmla="*/ 1532088 w 1579151"/>
              <a:gd name="connsiteY7" fmla="*/ 1786269 h 1799668"/>
              <a:gd name="connsiteX0" fmla="*/ 1553353 w 1579151"/>
              <a:gd name="connsiteY0" fmla="*/ 0 h 1799668"/>
              <a:gd name="connsiteX1" fmla="*/ 1087951 w 1579151"/>
              <a:gd name="connsiteY1" fmla="*/ 363025 h 1799668"/>
              <a:gd name="connsiteX2" fmla="*/ 237953 w 1579151"/>
              <a:gd name="connsiteY2" fmla="*/ 431985 h 1799668"/>
              <a:gd name="connsiteX3" fmla="*/ 1000 w 1579151"/>
              <a:gd name="connsiteY3" fmla="*/ 914400 h 1799668"/>
              <a:gd name="connsiteX4" fmla="*/ 298711 w 1579151"/>
              <a:gd name="connsiteY4" fmla="*/ 1297172 h 1799668"/>
              <a:gd name="connsiteX5" fmla="*/ 1042990 w 1579151"/>
              <a:gd name="connsiteY5" fmla="*/ 1339702 h 1799668"/>
              <a:gd name="connsiteX6" fmla="*/ 1532088 w 1579151"/>
              <a:gd name="connsiteY6" fmla="*/ 1743739 h 1799668"/>
              <a:gd name="connsiteX7" fmla="*/ 1532088 w 1579151"/>
              <a:gd name="connsiteY7" fmla="*/ 1786269 h 1799668"/>
              <a:gd name="connsiteX0" fmla="*/ 1553353 w 1579151"/>
              <a:gd name="connsiteY0" fmla="*/ 0 h 1799668"/>
              <a:gd name="connsiteX1" fmla="*/ 1087951 w 1579151"/>
              <a:gd name="connsiteY1" fmla="*/ 363025 h 1799668"/>
              <a:gd name="connsiteX2" fmla="*/ 237953 w 1579151"/>
              <a:gd name="connsiteY2" fmla="*/ 431985 h 1799668"/>
              <a:gd name="connsiteX3" fmla="*/ 1000 w 1579151"/>
              <a:gd name="connsiteY3" fmla="*/ 914400 h 1799668"/>
              <a:gd name="connsiteX4" fmla="*/ 298711 w 1579151"/>
              <a:gd name="connsiteY4" fmla="*/ 1271046 h 1799668"/>
              <a:gd name="connsiteX5" fmla="*/ 1042990 w 1579151"/>
              <a:gd name="connsiteY5" fmla="*/ 1339702 h 1799668"/>
              <a:gd name="connsiteX6" fmla="*/ 1532088 w 1579151"/>
              <a:gd name="connsiteY6" fmla="*/ 1743739 h 1799668"/>
              <a:gd name="connsiteX7" fmla="*/ 1532088 w 1579151"/>
              <a:gd name="connsiteY7" fmla="*/ 1786269 h 1799668"/>
              <a:gd name="connsiteX0" fmla="*/ 1553353 w 1553353"/>
              <a:gd name="connsiteY0" fmla="*/ 0 h 1743739"/>
              <a:gd name="connsiteX1" fmla="*/ 1087951 w 1553353"/>
              <a:gd name="connsiteY1" fmla="*/ 363025 h 1743739"/>
              <a:gd name="connsiteX2" fmla="*/ 237953 w 1553353"/>
              <a:gd name="connsiteY2" fmla="*/ 431985 h 1743739"/>
              <a:gd name="connsiteX3" fmla="*/ 1000 w 1553353"/>
              <a:gd name="connsiteY3" fmla="*/ 914400 h 1743739"/>
              <a:gd name="connsiteX4" fmla="*/ 298711 w 1553353"/>
              <a:gd name="connsiteY4" fmla="*/ 1271046 h 1743739"/>
              <a:gd name="connsiteX5" fmla="*/ 1042990 w 1553353"/>
              <a:gd name="connsiteY5" fmla="*/ 1339702 h 1743739"/>
              <a:gd name="connsiteX6" fmla="*/ 1532088 w 1553353"/>
              <a:gd name="connsiteY6" fmla="*/ 1743739 h 1743739"/>
              <a:gd name="connsiteX0" fmla="*/ 1553353 w 1553353"/>
              <a:gd name="connsiteY0" fmla="*/ 0 h 1743739"/>
              <a:gd name="connsiteX1" fmla="*/ 1087951 w 1553353"/>
              <a:gd name="connsiteY1" fmla="*/ 363025 h 1743739"/>
              <a:gd name="connsiteX2" fmla="*/ 237953 w 1553353"/>
              <a:gd name="connsiteY2" fmla="*/ 431985 h 1743739"/>
              <a:gd name="connsiteX3" fmla="*/ 1000 w 1553353"/>
              <a:gd name="connsiteY3" fmla="*/ 914400 h 1743739"/>
              <a:gd name="connsiteX4" fmla="*/ 298711 w 1553353"/>
              <a:gd name="connsiteY4" fmla="*/ 1271046 h 1743739"/>
              <a:gd name="connsiteX5" fmla="*/ 1042990 w 1553353"/>
              <a:gd name="connsiteY5" fmla="*/ 1339702 h 1743739"/>
              <a:gd name="connsiteX6" fmla="*/ 1532088 w 1553353"/>
              <a:gd name="connsiteY6" fmla="*/ 1743739 h 1743739"/>
              <a:gd name="connsiteX0" fmla="*/ 1553353 w 1553353"/>
              <a:gd name="connsiteY0" fmla="*/ 0 h 1743739"/>
              <a:gd name="connsiteX1" fmla="*/ 1087951 w 1553353"/>
              <a:gd name="connsiteY1" fmla="*/ 363025 h 1743739"/>
              <a:gd name="connsiteX2" fmla="*/ 237953 w 1553353"/>
              <a:gd name="connsiteY2" fmla="*/ 431985 h 1743739"/>
              <a:gd name="connsiteX3" fmla="*/ 1000 w 1553353"/>
              <a:gd name="connsiteY3" fmla="*/ 914400 h 1743739"/>
              <a:gd name="connsiteX4" fmla="*/ 298711 w 1553353"/>
              <a:gd name="connsiteY4" fmla="*/ 1271046 h 1743739"/>
              <a:gd name="connsiteX5" fmla="*/ 1042990 w 1553353"/>
              <a:gd name="connsiteY5" fmla="*/ 1339702 h 1743739"/>
              <a:gd name="connsiteX6" fmla="*/ 1532088 w 1553353"/>
              <a:gd name="connsiteY6" fmla="*/ 1743739 h 1743739"/>
              <a:gd name="connsiteX0" fmla="*/ 1553353 w 1553353"/>
              <a:gd name="connsiteY0" fmla="*/ 0 h 1743739"/>
              <a:gd name="connsiteX1" fmla="*/ 1087951 w 1553353"/>
              <a:gd name="connsiteY1" fmla="*/ 363025 h 1743739"/>
              <a:gd name="connsiteX2" fmla="*/ 237953 w 1553353"/>
              <a:gd name="connsiteY2" fmla="*/ 431985 h 1743739"/>
              <a:gd name="connsiteX3" fmla="*/ 1000 w 1553353"/>
              <a:gd name="connsiteY3" fmla="*/ 914400 h 1743739"/>
              <a:gd name="connsiteX4" fmla="*/ 298711 w 1553353"/>
              <a:gd name="connsiteY4" fmla="*/ 1271046 h 1743739"/>
              <a:gd name="connsiteX5" fmla="*/ 1042990 w 1553353"/>
              <a:gd name="connsiteY5" fmla="*/ 1339702 h 1743739"/>
              <a:gd name="connsiteX6" fmla="*/ 1532088 w 1553353"/>
              <a:gd name="connsiteY6" fmla="*/ 1743739 h 1743739"/>
              <a:gd name="connsiteX0" fmla="*/ 1579265 w 1579265"/>
              <a:gd name="connsiteY0" fmla="*/ 0 h 1743739"/>
              <a:gd name="connsiteX1" fmla="*/ 1113863 w 1579265"/>
              <a:gd name="connsiteY1" fmla="*/ 363025 h 1743739"/>
              <a:gd name="connsiteX2" fmla="*/ 263865 w 1579265"/>
              <a:gd name="connsiteY2" fmla="*/ 431985 h 1743739"/>
              <a:gd name="connsiteX3" fmla="*/ 786 w 1579265"/>
              <a:gd name="connsiteY3" fmla="*/ 875212 h 1743739"/>
              <a:gd name="connsiteX4" fmla="*/ 324623 w 1579265"/>
              <a:gd name="connsiteY4" fmla="*/ 1271046 h 1743739"/>
              <a:gd name="connsiteX5" fmla="*/ 1068902 w 1579265"/>
              <a:gd name="connsiteY5" fmla="*/ 1339702 h 1743739"/>
              <a:gd name="connsiteX6" fmla="*/ 1558000 w 1579265"/>
              <a:gd name="connsiteY6" fmla="*/ 1743739 h 1743739"/>
              <a:gd name="connsiteX0" fmla="*/ 1553139 w 1558000"/>
              <a:gd name="connsiteY0" fmla="*/ 0 h 1769865"/>
              <a:gd name="connsiteX1" fmla="*/ 1113863 w 1558000"/>
              <a:gd name="connsiteY1" fmla="*/ 389151 h 1769865"/>
              <a:gd name="connsiteX2" fmla="*/ 263865 w 1558000"/>
              <a:gd name="connsiteY2" fmla="*/ 458111 h 1769865"/>
              <a:gd name="connsiteX3" fmla="*/ 786 w 1558000"/>
              <a:gd name="connsiteY3" fmla="*/ 901338 h 1769865"/>
              <a:gd name="connsiteX4" fmla="*/ 324623 w 1558000"/>
              <a:gd name="connsiteY4" fmla="*/ 1297172 h 1769865"/>
              <a:gd name="connsiteX5" fmla="*/ 1068902 w 1558000"/>
              <a:gd name="connsiteY5" fmla="*/ 1365828 h 1769865"/>
              <a:gd name="connsiteX6" fmla="*/ 1558000 w 1558000"/>
              <a:gd name="connsiteY6" fmla="*/ 1769865 h 1769865"/>
              <a:gd name="connsiteX0" fmla="*/ 1552959 w 1557820"/>
              <a:gd name="connsiteY0" fmla="*/ 0 h 1769865"/>
              <a:gd name="connsiteX1" fmla="*/ 931142 w 1557820"/>
              <a:gd name="connsiteY1" fmla="*/ 457491 h 1769865"/>
              <a:gd name="connsiteX2" fmla="*/ 263685 w 1557820"/>
              <a:gd name="connsiteY2" fmla="*/ 458111 h 1769865"/>
              <a:gd name="connsiteX3" fmla="*/ 606 w 1557820"/>
              <a:gd name="connsiteY3" fmla="*/ 901338 h 1769865"/>
              <a:gd name="connsiteX4" fmla="*/ 324443 w 1557820"/>
              <a:gd name="connsiteY4" fmla="*/ 1297172 h 1769865"/>
              <a:gd name="connsiteX5" fmla="*/ 1068722 w 1557820"/>
              <a:gd name="connsiteY5" fmla="*/ 1365828 h 1769865"/>
              <a:gd name="connsiteX6" fmla="*/ 1557820 w 1557820"/>
              <a:gd name="connsiteY6" fmla="*/ 1769865 h 1769865"/>
              <a:gd name="connsiteX0" fmla="*/ 1552959 w 1557820"/>
              <a:gd name="connsiteY0" fmla="*/ 0 h 1769865"/>
              <a:gd name="connsiteX1" fmla="*/ 931142 w 1557820"/>
              <a:gd name="connsiteY1" fmla="*/ 457491 h 1769865"/>
              <a:gd name="connsiteX2" fmla="*/ 263685 w 1557820"/>
              <a:gd name="connsiteY2" fmla="*/ 458111 h 1769865"/>
              <a:gd name="connsiteX3" fmla="*/ 606 w 1557820"/>
              <a:gd name="connsiteY3" fmla="*/ 901338 h 1769865"/>
              <a:gd name="connsiteX4" fmla="*/ 324443 w 1557820"/>
              <a:gd name="connsiteY4" fmla="*/ 1297172 h 1769865"/>
              <a:gd name="connsiteX5" fmla="*/ 934218 w 1557820"/>
              <a:gd name="connsiteY5" fmla="*/ 1317014 h 1769865"/>
              <a:gd name="connsiteX6" fmla="*/ 1557820 w 1557820"/>
              <a:gd name="connsiteY6" fmla="*/ 1769865 h 1769865"/>
              <a:gd name="connsiteX0" fmla="*/ 1553413 w 1558274"/>
              <a:gd name="connsiteY0" fmla="*/ 0 h 1769865"/>
              <a:gd name="connsiteX1" fmla="*/ 931596 w 1558274"/>
              <a:gd name="connsiteY1" fmla="*/ 457491 h 1769865"/>
              <a:gd name="connsiteX2" fmla="*/ 264139 w 1558274"/>
              <a:gd name="connsiteY2" fmla="*/ 458111 h 1769865"/>
              <a:gd name="connsiteX3" fmla="*/ 1060 w 1558274"/>
              <a:gd name="connsiteY3" fmla="*/ 901338 h 1769865"/>
              <a:gd name="connsiteX4" fmla="*/ 324897 w 1558274"/>
              <a:gd name="connsiteY4" fmla="*/ 1297172 h 1769865"/>
              <a:gd name="connsiteX5" fmla="*/ 934672 w 1558274"/>
              <a:gd name="connsiteY5" fmla="*/ 1317014 h 1769865"/>
              <a:gd name="connsiteX6" fmla="*/ 1558274 w 1558274"/>
              <a:gd name="connsiteY6" fmla="*/ 1769865 h 1769865"/>
              <a:gd name="connsiteX0" fmla="*/ 1553413 w 1558274"/>
              <a:gd name="connsiteY0" fmla="*/ 0 h 1769865"/>
              <a:gd name="connsiteX1" fmla="*/ 931596 w 1558274"/>
              <a:gd name="connsiteY1" fmla="*/ 457491 h 1769865"/>
              <a:gd name="connsiteX2" fmla="*/ 264139 w 1558274"/>
              <a:gd name="connsiteY2" fmla="*/ 458111 h 1769865"/>
              <a:gd name="connsiteX3" fmla="*/ 1060 w 1558274"/>
              <a:gd name="connsiteY3" fmla="*/ 901338 h 1769865"/>
              <a:gd name="connsiteX4" fmla="*/ 324897 w 1558274"/>
              <a:gd name="connsiteY4" fmla="*/ 1297172 h 1769865"/>
              <a:gd name="connsiteX5" fmla="*/ 934672 w 1558274"/>
              <a:gd name="connsiteY5" fmla="*/ 1317014 h 1769865"/>
              <a:gd name="connsiteX6" fmla="*/ 1558274 w 1558274"/>
              <a:gd name="connsiteY6" fmla="*/ 1769865 h 1769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58274" h="1769865">
                <a:moveTo>
                  <a:pt x="1553413" y="0"/>
                </a:moveTo>
                <a:cubicBezTo>
                  <a:pt x="1519592" y="41011"/>
                  <a:pt x="1146475" y="381139"/>
                  <a:pt x="931596" y="457491"/>
                </a:cubicBezTo>
                <a:cubicBezTo>
                  <a:pt x="716717" y="533843"/>
                  <a:pt x="476872" y="393900"/>
                  <a:pt x="264139" y="458111"/>
                </a:cubicBezTo>
                <a:cubicBezTo>
                  <a:pt x="51406" y="522322"/>
                  <a:pt x="-9066" y="761494"/>
                  <a:pt x="1060" y="901338"/>
                </a:cubicBezTo>
                <a:cubicBezTo>
                  <a:pt x="11186" y="1041182"/>
                  <a:pt x="130866" y="1237656"/>
                  <a:pt x="324897" y="1297172"/>
                </a:cubicBezTo>
                <a:cubicBezTo>
                  <a:pt x="518928" y="1356688"/>
                  <a:pt x="729109" y="1238232"/>
                  <a:pt x="934672" y="1317014"/>
                </a:cubicBezTo>
                <a:cubicBezTo>
                  <a:pt x="1140235" y="1395796"/>
                  <a:pt x="1476758" y="1695437"/>
                  <a:pt x="1558274" y="1769865"/>
                </a:cubicBezTo>
              </a:path>
            </a:pathLst>
          </a:custGeom>
          <a:ln w="190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5410352" y="5332562"/>
            <a:ext cx="5757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/>
              <a:t>(b)</a:t>
            </a:r>
            <a:endParaRPr lang="zh-CN" altLang="en-US" sz="2400" b="1" dirty="0"/>
          </a:p>
        </p:txBody>
      </p:sp>
      <p:sp>
        <p:nvSpPr>
          <p:cNvPr id="34" name="椭圆 33"/>
          <p:cNvSpPr/>
          <p:nvPr/>
        </p:nvSpPr>
        <p:spPr>
          <a:xfrm>
            <a:off x="8266798" y="2356616"/>
            <a:ext cx="2764465" cy="276446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9298155" y="3387973"/>
            <a:ext cx="701749" cy="701749"/>
          </a:xfrm>
          <a:prstGeom prst="ellipse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/>
        </p:nvSpPr>
        <p:spPr>
          <a:xfrm flipH="1">
            <a:off x="10710947" y="3202360"/>
            <a:ext cx="223078" cy="1129553"/>
          </a:xfrm>
          <a:custGeom>
            <a:avLst/>
            <a:gdLst>
              <a:gd name="connsiteX0" fmla="*/ 0 w 223461"/>
              <a:gd name="connsiteY0" fmla="*/ 0 h 1129553"/>
              <a:gd name="connsiteX1" fmla="*/ 222837 w 223461"/>
              <a:gd name="connsiteY1" fmla="*/ 514831 h 1129553"/>
              <a:gd name="connsiteX2" fmla="*/ 53789 w 223461"/>
              <a:gd name="connsiteY2" fmla="*/ 1129553 h 1129553"/>
              <a:gd name="connsiteX0" fmla="*/ 0 w 223461"/>
              <a:gd name="connsiteY0" fmla="*/ 0 h 1129553"/>
              <a:gd name="connsiteX1" fmla="*/ 222837 w 223461"/>
              <a:gd name="connsiteY1" fmla="*/ 537883 h 1129553"/>
              <a:gd name="connsiteX2" fmla="*/ 53789 w 223461"/>
              <a:gd name="connsiteY2" fmla="*/ 1129553 h 1129553"/>
              <a:gd name="connsiteX0" fmla="*/ 0 w 223078"/>
              <a:gd name="connsiteY0" fmla="*/ 0 h 1129553"/>
              <a:gd name="connsiteX1" fmla="*/ 222837 w 223078"/>
              <a:gd name="connsiteY1" fmla="*/ 537883 h 1129553"/>
              <a:gd name="connsiteX2" fmla="*/ 53789 w 223078"/>
              <a:gd name="connsiteY2" fmla="*/ 1129553 h 1129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3078" h="1129553">
                <a:moveTo>
                  <a:pt x="0" y="0"/>
                </a:moveTo>
                <a:cubicBezTo>
                  <a:pt x="106936" y="163286"/>
                  <a:pt x="229240" y="195944"/>
                  <a:pt x="222837" y="537883"/>
                </a:cubicBezTo>
                <a:cubicBezTo>
                  <a:pt x="216434" y="879822"/>
                  <a:pt x="142795" y="916321"/>
                  <a:pt x="53789" y="1129553"/>
                </a:cubicBezTo>
              </a:path>
            </a:pathLst>
          </a:cu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9373953" y="5328004"/>
            <a:ext cx="5501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/>
              <a:t>(c)</a:t>
            </a:r>
            <a:endParaRPr lang="zh-CN" altLang="en-US" sz="2400" b="1" dirty="0"/>
          </a:p>
        </p:txBody>
      </p:sp>
      <p:sp>
        <p:nvSpPr>
          <p:cNvPr id="45" name="任意多边形 44"/>
          <p:cNvSpPr/>
          <p:nvPr/>
        </p:nvSpPr>
        <p:spPr>
          <a:xfrm>
            <a:off x="6058491" y="2971800"/>
            <a:ext cx="761409" cy="1590675"/>
          </a:xfrm>
          <a:custGeom>
            <a:avLst/>
            <a:gdLst>
              <a:gd name="connsiteX0" fmla="*/ 788502 w 788502"/>
              <a:gd name="connsiteY0" fmla="*/ 0 h 1590675"/>
              <a:gd name="connsiteX1" fmla="*/ 388452 w 788502"/>
              <a:gd name="connsiteY1" fmla="*/ 342900 h 1590675"/>
              <a:gd name="connsiteX2" fmla="*/ 74127 w 788502"/>
              <a:gd name="connsiteY2" fmla="*/ 542925 h 1590675"/>
              <a:gd name="connsiteX3" fmla="*/ 36027 w 788502"/>
              <a:gd name="connsiteY3" fmla="*/ 809625 h 1590675"/>
              <a:gd name="connsiteX4" fmla="*/ 36027 w 788502"/>
              <a:gd name="connsiteY4" fmla="*/ 1057275 h 1590675"/>
              <a:gd name="connsiteX5" fmla="*/ 502752 w 788502"/>
              <a:gd name="connsiteY5" fmla="*/ 1304925 h 1590675"/>
              <a:gd name="connsiteX6" fmla="*/ 759927 w 788502"/>
              <a:gd name="connsiteY6" fmla="*/ 1590675 h 1590675"/>
              <a:gd name="connsiteX0" fmla="*/ 768351 w 768351"/>
              <a:gd name="connsiteY0" fmla="*/ 0 h 1590675"/>
              <a:gd name="connsiteX1" fmla="*/ 368301 w 768351"/>
              <a:gd name="connsiteY1" fmla="*/ 342900 h 1590675"/>
              <a:gd name="connsiteX2" fmla="*/ 53976 w 768351"/>
              <a:gd name="connsiteY2" fmla="*/ 542925 h 1590675"/>
              <a:gd name="connsiteX3" fmla="*/ 15876 w 768351"/>
              <a:gd name="connsiteY3" fmla="*/ 809625 h 1590675"/>
              <a:gd name="connsiteX4" fmla="*/ 44451 w 768351"/>
              <a:gd name="connsiteY4" fmla="*/ 1114425 h 1590675"/>
              <a:gd name="connsiteX5" fmla="*/ 482601 w 768351"/>
              <a:gd name="connsiteY5" fmla="*/ 1304925 h 1590675"/>
              <a:gd name="connsiteX6" fmla="*/ 739776 w 768351"/>
              <a:gd name="connsiteY6" fmla="*/ 1590675 h 1590675"/>
              <a:gd name="connsiteX0" fmla="*/ 750948 w 750948"/>
              <a:gd name="connsiteY0" fmla="*/ 0 h 1590675"/>
              <a:gd name="connsiteX1" fmla="*/ 350898 w 750948"/>
              <a:gd name="connsiteY1" fmla="*/ 342900 h 1590675"/>
              <a:gd name="connsiteX2" fmla="*/ 36573 w 750948"/>
              <a:gd name="connsiteY2" fmla="*/ 542925 h 1590675"/>
              <a:gd name="connsiteX3" fmla="*/ 46098 w 750948"/>
              <a:gd name="connsiteY3" fmla="*/ 828675 h 1590675"/>
              <a:gd name="connsiteX4" fmla="*/ 27048 w 750948"/>
              <a:gd name="connsiteY4" fmla="*/ 1114425 h 1590675"/>
              <a:gd name="connsiteX5" fmla="*/ 465198 w 750948"/>
              <a:gd name="connsiteY5" fmla="*/ 1304925 h 1590675"/>
              <a:gd name="connsiteX6" fmla="*/ 722373 w 750948"/>
              <a:gd name="connsiteY6" fmla="*/ 1590675 h 1590675"/>
              <a:gd name="connsiteX0" fmla="*/ 750948 w 750948"/>
              <a:gd name="connsiteY0" fmla="*/ 0 h 1590675"/>
              <a:gd name="connsiteX1" fmla="*/ 350898 w 750948"/>
              <a:gd name="connsiteY1" fmla="*/ 342900 h 1590675"/>
              <a:gd name="connsiteX2" fmla="*/ 36573 w 750948"/>
              <a:gd name="connsiteY2" fmla="*/ 542925 h 1590675"/>
              <a:gd name="connsiteX3" fmla="*/ 46098 w 750948"/>
              <a:gd name="connsiteY3" fmla="*/ 828675 h 1590675"/>
              <a:gd name="connsiteX4" fmla="*/ 27048 w 750948"/>
              <a:gd name="connsiteY4" fmla="*/ 1114425 h 1590675"/>
              <a:gd name="connsiteX5" fmla="*/ 465198 w 750948"/>
              <a:gd name="connsiteY5" fmla="*/ 1304925 h 1590675"/>
              <a:gd name="connsiteX6" fmla="*/ 722373 w 750948"/>
              <a:gd name="connsiteY6" fmla="*/ 1590675 h 1590675"/>
              <a:gd name="connsiteX0" fmla="*/ 763492 w 763492"/>
              <a:gd name="connsiteY0" fmla="*/ 0 h 1590675"/>
              <a:gd name="connsiteX1" fmla="*/ 363442 w 763492"/>
              <a:gd name="connsiteY1" fmla="*/ 342900 h 1590675"/>
              <a:gd name="connsiteX2" fmla="*/ 49117 w 763492"/>
              <a:gd name="connsiteY2" fmla="*/ 542925 h 1590675"/>
              <a:gd name="connsiteX3" fmla="*/ 58642 w 763492"/>
              <a:gd name="connsiteY3" fmla="*/ 828675 h 1590675"/>
              <a:gd name="connsiteX4" fmla="*/ 39592 w 763492"/>
              <a:gd name="connsiteY4" fmla="*/ 1114425 h 1590675"/>
              <a:gd name="connsiteX5" fmla="*/ 477742 w 763492"/>
              <a:gd name="connsiteY5" fmla="*/ 1304925 h 1590675"/>
              <a:gd name="connsiteX6" fmla="*/ 734917 w 763492"/>
              <a:gd name="connsiteY6" fmla="*/ 1590675 h 1590675"/>
              <a:gd name="connsiteX0" fmla="*/ 762621 w 762621"/>
              <a:gd name="connsiteY0" fmla="*/ 0 h 1590675"/>
              <a:gd name="connsiteX1" fmla="*/ 362571 w 762621"/>
              <a:gd name="connsiteY1" fmla="*/ 342900 h 1590675"/>
              <a:gd name="connsiteX2" fmla="*/ 19671 w 762621"/>
              <a:gd name="connsiteY2" fmla="*/ 523875 h 1590675"/>
              <a:gd name="connsiteX3" fmla="*/ 57771 w 762621"/>
              <a:gd name="connsiteY3" fmla="*/ 828675 h 1590675"/>
              <a:gd name="connsiteX4" fmla="*/ 38721 w 762621"/>
              <a:gd name="connsiteY4" fmla="*/ 1114425 h 1590675"/>
              <a:gd name="connsiteX5" fmla="*/ 476871 w 762621"/>
              <a:gd name="connsiteY5" fmla="*/ 1304925 h 1590675"/>
              <a:gd name="connsiteX6" fmla="*/ 734046 w 762621"/>
              <a:gd name="connsiteY6" fmla="*/ 1590675 h 1590675"/>
              <a:gd name="connsiteX0" fmla="*/ 762621 w 762621"/>
              <a:gd name="connsiteY0" fmla="*/ 0 h 1590675"/>
              <a:gd name="connsiteX1" fmla="*/ 362571 w 762621"/>
              <a:gd name="connsiteY1" fmla="*/ 342900 h 1590675"/>
              <a:gd name="connsiteX2" fmla="*/ 19671 w 762621"/>
              <a:gd name="connsiteY2" fmla="*/ 523875 h 1590675"/>
              <a:gd name="connsiteX3" fmla="*/ 57771 w 762621"/>
              <a:gd name="connsiteY3" fmla="*/ 828675 h 1590675"/>
              <a:gd name="connsiteX4" fmla="*/ 38721 w 762621"/>
              <a:gd name="connsiteY4" fmla="*/ 1114425 h 1590675"/>
              <a:gd name="connsiteX5" fmla="*/ 476871 w 762621"/>
              <a:gd name="connsiteY5" fmla="*/ 1304925 h 1590675"/>
              <a:gd name="connsiteX6" fmla="*/ 734046 w 762621"/>
              <a:gd name="connsiteY6" fmla="*/ 1590675 h 1590675"/>
              <a:gd name="connsiteX0" fmla="*/ 763584 w 763584"/>
              <a:gd name="connsiteY0" fmla="*/ 0 h 1590675"/>
              <a:gd name="connsiteX1" fmla="*/ 430209 w 763584"/>
              <a:gd name="connsiteY1" fmla="*/ 342900 h 1590675"/>
              <a:gd name="connsiteX2" fmla="*/ 20634 w 763584"/>
              <a:gd name="connsiteY2" fmla="*/ 523875 h 1590675"/>
              <a:gd name="connsiteX3" fmla="*/ 58734 w 763584"/>
              <a:gd name="connsiteY3" fmla="*/ 828675 h 1590675"/>
              <a:gd name="connsiteX4" fmla="*/ 39684 w 763584"/>
              <a:gd name="connsiteY4" fmla="*/ 1114425 h 1590675"/>
              <a:gd name="connsiteX5" fmla="*/ 477834 w 763584"/>
              <a:gd name="connsiteY5" fmla="*/ 1304925 h 1590675"/>
              <a:gd name="connsiteX6" fmla="*/ 735009 w 763584"/>
              <a:gd name="connsiteY6" fmla="*/ 1590675 h 1590675"/>
              <a:gd name="connsiteX0" fmla="*/ 763585 w 763585"/>
              <a:gd name="connsiteY0" fmla="*/ 0 h 1590675"/>
              <a:gd name="connsiteX1" fmla="*/ 430210 w 763585"/>
              <a:gd name="connsiteY1" fmla="*/ 342900 h 1590675"/>
              <a:gd name="connsiteX2" fmla="*/ 20635 w 763585"/>
              <a:gd name="connsiteY2" fmla="*/ 523875 h 1590675"/>
              <a:gd name="connsiteX3" fmla="*/ 58735 w 763585"/>
              <a:gd name="connsiteY3" fmla="*/ 781050 h 1590675"/>
              <a:gd name="connsiteX4" fmla="*/ 39685 w 763585"/>
              <a:gd name="connsiteY4" fmla="*/ 1114425 h 1590675"/>
              <a:gd name="connsiteX5" fmla="*/ 477835 w 763585"/>
              <a:gd name="connsiteY5" fmla="*/ 1304925 h 1590675"/>
              <a:gd name="connsiteX6" fmla="*/ 735010 w 763585"/>
              <a:gd name="connsiteY6" fmla="*/ 1590675 h 1590675"/>
              <a:gd name="connsiteX0" fmla="*/ 771989 w 771989"/>
              <a:gd name="connsiteY0" fmla="*/ 0 h 1590675"/>
              <a:gd name="connsiteX1" fmla="*/ 438614 w 771989"/>
              <a:gd name="connsiteY1" fmla="*/ 342900 h 1590675"/>
              <a:gd name="connsiteX2" fmla="*/ 19514 w 771989"/>
              <a:gd name="connsiteY2" fmla="*/ 476250 h 1590675"/>
              <a:gd name="connsiteX3" fmla="*/ 67139 w 771989"/>
              <a:gd name="connsiteY3" fmla="*/ 781050 h 1590675"/>
              <a:gd name="connsiteX4" fmla="*/ 48089 w 771989"/>
              <a:gd name="connsiteY4" fmla="*/ 1114425 h 1590675"/>
              <a:gd name="connsiteX5" fmla="*/ 486239 w 771989"/>
              <a:gd name="connsiteY5" fmla="*/ 1304925 h 1590675"/>
              <a:gd name="connsiteX6" fmla="*/ 743414 w 771989"/>
              <a:gd name="connsiteY6" fmla="*/ 1590675 h 1590675"/>
              <a:gd name="connsiteX0" fmla="*/ 789130 w 789130"/>
              <a:gd name="connsiteY0" fmla="*/ 0 h 1590675"/>
              <a:gd name="connsiteX1" fmla="*/ 455755 w 789130"/>
              <a:gd name="connsiteY1" fmla="*/ 342900 h 1590675"/>
              <a:gd name="connsiteX2" fmla="*/ 17605 w 789130"/>
              <a:gd name="connsiteY2" fmla="*/ 428625 h 1590675"/>
              <a:gd name="connsiteX3" fmla="*/ 84280 w 789130"/>
              <a:gd name="connsiteY3" fmla="*/ 781050 h 1590675"/>
              <a:gd name="connsiteX4" fmla="*/ 65230 w 789130"/>
              <a:gd name="connsiteY4" fmla="*/ 1114425 h 1590675"/>
              <a:gd name="connsiteX5" fmla="*/ 503380 w 789130"/>
              <a:gd name="connsiteY5" fmla="*/ 1304925 h 1590675"/>
              <a:gd name="connsiteX6" fmla="*/ 760555 w 789130"/>
              <a:gd name="connsiteY6" fmla="*/ 1590675 h 1590675"/>
              <a:gd name="connsiteX0" fmla="*/ 791418 w 791418"/>
              <a:gd name="connsiteY0" fmla="*/ 0 h 1590675"/>
              <a:gd name="connsiteX1" fmla="*/ 458043 w 791418"/>
              <a:gd name="connsiteY1" fmla="*/ 342900 h 1590675"/>
              <a:gd name="connsiteX2" fmla="*/ 19893 w 791418"/>
              <a:gd name="connsiteY2" fmla="*/ 428625 h 1590675"/>
              <a:gd name="connsiteX3" fmla="*/ 86568 w 791418"/>
              <a:gd name="connsiteY3" fmla="*/ 781050 h 1590675"/>
              <a:gd name="connsiteX4" fmla="*/ 19893 w 791418"/>
              <a:gd name="connsiteY4" fmla="*/ 1133475 h 1590675"/>
              <a:gd name="connsiteX5" fmla="*/ 505668 w 791418"/>
              <a:gd name="connsiteY5" fmla="*/ 1304925 h 1590675"/>
              <a:gd name="connsiteX6" fmla="*/ 762843 w 791418"/>
              <a:gd name="connsiteY6" fmla="*/ 1590675 h 1590675"/>
              <a:gd name="connsiteX0" fmla="*/ 793478 w 793478"/>
              <a:gd name="connsiteY0" fmla="*/ 0 h 1590675"/>
              <a:gd name="connsiteX1" fmla="*/ 460103 w 793478"/>
              <a:gd name="connsiteY1" fmla="*/ 342900 h 1590675"/>
              <a:gd name="connsiteX2" fmla="*/ 21953 w 793478"/>
              <a:gd name="connsiteY2" fmla="*/ 428625 h 1590675"/>
              <a:gd name="connsiteX3" fmla="*/ 88628 w 793478"/>
              <a:gd name="connsiteY3" fmla="*/ 781050 h 1590675"/>
              <a:gd name="connsiteX4" fmla="*/ 21953 w 793478"/>
              <a:gd name="connsiteY4" fmla="*/ 1133475 h 1590675"/>
              <a:gd name="connsiteX5" fmla="*/ 507728 w 793478"/>
              <a:gd name="connsiteY5" fmla="*/ 1304925 h 1590675"/>
              <a:gd name="connsiteX6" fmla="*/ 764903 w 793478"/>
              <a:gd name="connsiteY6" fmla="*/ 1590675 h 1590675"/>
              <a:gd name="connsiteX0" fmla="*/ 792405 w 792405"/>
              <a:gd name="connsiteY0" fmla="*/ 0 h 1590675"/>
              <a:gd name="connsiteX1" fmla="*/ 459030 w 792405"/>
              <a:gd name="connsiteY1" fmla="*/ 342900 h 1590675"/>
              <a:gd name="connsiteX2" fmla="*/ 78030 w 792405"/>
              <a:gd name="connsiteY2" fmla="*/ 466725 h 1590675"/>
              <a:gd name="connsiteX3" fmla="*/ 87555 w 792405"/>
              <a:gd name="connsiteY3" fmla="*/ 781050 h 1590675"/>
              <a:gd name="connsiteX4" fmla="*/ 20880 w 792405"/>
              <a:gd name="connsiteY4" fmla="*/ 1133475 h 1590675"/>
              <a:gd name="connsiteX5" fmla="*/ 506655 w 792405"/>
              <a:gd name="connsiteY5" fmla="*/ 1304925 h 1590675"/>
              <a:gd name="connsiteX6" fmla="*/ 763830 w 792405"/>
              <a:gd name="connsiteY6" fmla="*/ 1590675 h 1590675"/>
              <a:gd name="connsiteX0" fmla="*/ 767136 w 767136"/>
              <a:gd name="connsiteY0" fmla="*/ 0 h 1590675"/>
              <a:gd name="connsiteX1" fmla="*/ 433761 w 767136"/>
              <a:gd name="connsiteY1" fmla="*/ 342900 h 1590675"/>
              <a:gd name="connsiteX2" fmla="*/ 52761 w 767136"/>
              <a:gd name="connsiteY2" fmla="*/ 466725 h 1590675"/>
              <a:gd name="connsiteX3" fmla="*/ 62286 w 767136"/>
              <a:gd name="connsiteY3" fmla="*/ 781050 h 1590675"/>
              <a:gd name="connsiteX4" fmla="*/ 24186 w 767136"/>
              <a:gd name="connsiteY4" fmla="*/ 1085850 h 1590675"/>
              <a:gd name="connsiteX5" fmla="*/ 481386 w 767136"/>
              <a:gd name="connsiteY5" fmla="*/ 1304925 h 1590675"/>
              <a:gd name="connsiteX6" fmla="*/ 738561 w 767136"/>
              <a:gd name="connsiteY6" fmla="*/ 1590675 h 1590675"/>
              <a:gd name="connsiteX0" fmla="*/ 767136 w 767136"/>
              <a:gd name="connsiteY0" fmla="*/ 0 h 1590675"/>
              <a:gd name="connsiteX1" fmla="*/ 433761 w 767136"/>
              <a:gd name="connsiteY1" fmla="*/ 342900 h 1590675"/>
              <a:gd name="connsiteX2" fmla="*/ 52761 w 767136"/>
              <a:gd name="connsiteY2" fmla="*/ 466725 h 1590675"/>
              <a:gd name="connsiteX3" fmla="*/ 62286 w 767136"/>
              <a:gd name="connsiteY3" fmla="*/ 781050 h 1590675"/>
              <a:gd name="connsiteX4" fmla="*/ 24186 w 767136"/>
              <a:gd name="connsiteY4" fmla="*/ 1085850 h 1590675"/>
              <a:gd name="connsiteX5" fmla="*/ 481386 w 767136"/>
              <a:gd name="connsiteY5" fmla="*/ 1304925 h 1590675"/>
              <a:gd name="connsiteX6" fmla="*/ 738561 w 767136"/>
              <a:gd name="connsiteY6" fmla="*/ 1590675 h 1590675"/>
              <a:gd name="connsiteX0" fmla="*/ 767136 w 767136"/>
              <a:gd name="connsiteY0" fmla="*/ 0 h 1590675"/>
              <a:gd name="connsiteX1" fmla="*/ 471861 w 767136"/>
              <a:gd name="connsiteY1" fmla="*/ 314325 h 1590675"/>
              <a:gd name="connsiteX2" fmla="*/ 52761 w 767136"/>
              <a:gd name="connsiteY2" fmla="*/ 466725 h 1590675"/>
              <a:gd name="connsiteX3" fmla="*/ 62286 w 767136"/>
              <a:gd name="connsiteY3" fmla="*/ 781050 h 1590675"/>
              <a:gd name="connsiteX4" fmla="*/ 24186 w 767136"/>
              <a:gd name="connsiteY4" fmla="*/ 1085850 h 1590675"/>
              <a:gd name="connsiteX5" fmla="*/ 481386 w 767136"/>
              <a:gd name="connsiteY5" fmla="*/ 1304925 h 1590675"/>
              <a:gd name="connsiteX6" fmla="*/ 738561 w 767136"/>
              <a:gd name="connsiteY6" fmla="*/ 1590675 h 1590675"/>
              <a:gd name="connsiteX0" fmla="*/ 767136 w 767136"/>
              <a:gd name="connsiteY0" fmla="*/ 0 h 1590675"/>
              <a:gd name="connsiteX1" fmla="*/ 471861 w 767136"/>
              <a:gd name="connsiteY1" fmla="*/ 314325 h 1590675"/>
              <a:gd name="connsiteX2" fmla="*/ 52761 w 767136"/>
              <a:gd name="connsiteY2" fmla="*/ 466725 h 1590675"/>
              <a:gd name="connsiteX3" fmla="*/ 62286 w 767136"/>
              <a:gd name="connsiteY3" fmla="*/ 781050 h 1590675"/>
              <a:gd name="connsiteX4" fmla="*/ 24186 w 767136"/>
              <a:gd name="connsiteY4" fmla="*/ 1085850 h 1590675"/>
              <a:gd name="connsiteX5" fmla="*/ 481386 w 767136"/>
              <a:gd name="connsiteY5" fmla="*/ 1304925 h 1590675"/>
              <a:gd name="connsiteX6" fmla="*/ 738561 w 767136"/>
              <a:gd name="connsiteY6" fmla="*/ 1590675 h 1590675"/>
              <a:gd name="connsiteX0" fmla="*/ 767136 w 767136"/>
              <a:gd name="connsiteY0" fmla="*/ 0 h 1590675"/>
              <a:gd name="connsiteX1" fmla="*/ 462336 w 767136"/>
              <a:gd name="connsiteY1" fmla="*/ 257175 h 1590675"/>
              <a:gd name="connsiteX2" fmla="*/ 52761 w 767136"/>
              <a:gd name="connsiteY2" fmla="*/ 466725 h 1590675"/>
              <a:gd name="connsiteX3" fmla="*/ 62286 w 767136"/>
              <a:gd name="connsiteY3" fmla="*/ 781050 h 1590675"/>
              <a:gd name="connsiteX4" fmla="*/ 24186 w 767136"/>
              <a:gd name="connsiteY4" fmla="*/ 1085850 h 1590675"/>
              <a:gd name="connsiteX5" fmla="*/ 481386 w 767136"/>
              <a:gd name="connsiteY5" fmla="*/ 1304925 h 1590675"/>
              <a:gd name="connsiteX6" fmla="*/ 738561 w 767136"/>
              <a:gd name="connsiteY6" fmla="*/ 1590675 h 1590675"/>
              <a:gd name="connsiteX0" fmla="*/ 768479 w 768479"/>
              <a:gd name="connsiteY0" fmla="*/ 0 h 1590675"/>
              <a:gd name="connsiteX1" fmla="*/ 463679 w 768479"/>
              <a:gd name="connsiteY1" fmla="*/ 257175 h 1590675"/>
              <a:gd name="connsiteX2" fmla="*/ 54104 w 768479"/>
              <a:gd name="connsiteY2" fmla="*/ 466725 h 1590675"/>
              <a:gd name="connsiteX3" fmla="*/ 63629 w 768479"/>
              <a:gd name="connsiteY3" fmla="*/ 781050 h 1590675"/>
              <a:gd name="connsiteX4" fmla="*/ 25529 w 768479"/>
              <a:gd name="connsiteY4" fmla="*/ 1085850 h 1590675"/>
              <a:gd name="connsiteX5" fmla="*/ 501779 w 768479"/>
              <a:gd name="connsiteY5" fmla="*/ 1352550 h 1590675"/>
              <a:gd name="connsiteX6" fmla="*/ 739904 w 768479"/>
              <a:gd name="connsiteY6" fmla="*/ 1590675 h 1590675"/>
              <a:gd name="connsiteX0" fmla="*/ 768479 w 768479"/>
              <a:gd name="connsiteY0" fmla="*/ 0 h 1590675"/>
              <a:gd name="connsiteX1" fmla="*/ 463679 w 768479"/>
              <a:gd name="connsiteY1" fmla="*/ 257175 h 1590675"/>
              <a:gd name="connsiteX2" fmla="*/ 54104 w 768479"/>
              <a:gd name="connsiteY2" fmla="*/ 466725 h 1590675"/>
              <a:gd name="connsiteX3" fmla="*/ 63629 w 768479"/>
              <a:gd name="connsiteY3" fmla="*/ 781050 h 1590675"/>
              <a:gd name="connsiteX4" fmla="*/ 25529 w 768479"/>
              <a:gd name="connsiteY4" fmla="*/ 1085850 h 1590675"/>
              <a:gd name="connsiteX5" fmla="*/ 501779 w 768479"/>
              <a:gd name="connsiteY5" fmla="*/ 1400175 h 1590675"/>
              <a:gd name="connsiteX6" fmla="*/ 739904 w 768479"/>
              <a:gd name="connsiteY6" fmla="*/ 1590675 h 1590675"/>
              <a:gd name="connsiteX0" fmla="*/ 768479 w 768479"/>
              <a:gd name="connsiteY0" fmla="*/ 0 h 1590675"/>
              <a:gd name="connsiteX1" fmla="*/ 463679 w 768479"/>
              <a:gd name="connsiteY1" fmla="*/ 228600 h 1590675"/>
              <a:gd name="connsiteX2" fmla="*/ 54104 w 768479"/>
              <a:gd name="connsiteY2" fmla="*/ 466725 h 1590675"/>
              <a:gd name="connsiteX3" fmla="*/ 63629 w 768479"/>
              <a:gd name="connsiteY3" fmla="*/ 781050 h 1590675"/>
              <a:gd name="connsiteX4" fmla="*/ 25529 w 768479"/>
              <a:gd name="connsiteY4" fmla="*/ 1085850 h 1590675"/>
              <a:gd name="connsiteX5" fmla="*/ 501779 w 768479"/>
              <a:gd name="connsiteY5" fmla="*/ 1400175 h 1590675"/>
              <a:gd name="connsiteX6" fmla="*/ 739904 w 768479"/>
              <a:gd name="connsiteY6" fmla="*/ 1590675 h 1590675"/>
              <a:gd name="connsiteX0" fmla="*/ 744533 w 744533"/>
              <a:gd name="connsiteY0" fmla="*/ 0 h 1590675"/>
              <a:gd name="connsiteX1" fmla="*/ 439733 w 744533"/>
              <a:gd name="connsiteY1" fmla="*/ 228600 h 1590675"/>
              <a:gd name="connsiteX2" fmla="*/ 30158 w 744533"/>
              <a:gd name="connsiteY2" fmla="*/ 466725 h 1590675"/>
              <a:gd name="connsiteX3" fmla="*/ 39683 w 744533"/>
              <a:gd name="connsiteY3" fmla="*/ 781050 h 1590675"/>
              <a:gd name="connsiteX4" fmla="*/ 30158 w 744533"/>
              <a:gd name="connsiteY4" fmla="*/ 1085850 h 1590675"/>
              <a:gd name="connsiteX5" fmla="*/ 477833 w 744533"/>
              <a:gd name="connsiteY5" fmla="*/ 1400175 h 1590675"/>
              <a:gd name="connsiteX6" fmla="*/ 715958 w 744533"/>
              <a:gd name="connsiteY6" fmla="*/ 1590675 h 1590675"/>
              <a:gd name="connsiteX0" fmla="*/ 761409 w 761409"/>
              <a:gd name="connsiteY0" fmla="*/ 0 h 1590675"/>
              <a:gd name="connsiteX1" fmla="*/ 456609 w 761409"/>
              <a:gd name="connsiteY1" fmla="*/ 228600 h 1590675"/>
              <a:gd name="connsiteX2" fmla="*/ 47034 w 761409"/>
              <a:gd name="connsiteY2" fmla="*/ 466725 h 1590675"/>
              <a:gd name="connsiteX3" fmla="*/ 56559 w 761409"/>
              <a:gd name="connsiteY3" fmla="*/ 781050 h 1590675"/>
              <a:gd name="connsiteX4" fmla="*/ 47034 w 761409"/>
              <a:gd name="connsiteY4" fmla="*/ 1085850 h 1590675"/>
              <a:gd name="connsiteX5" fmla="*/ 494709 w 761409"/>
              <a:gd name="connsiteY5" fmla="*/ 1400175 h 1590675"/>
              <a:gd name="connsiteX6" fmla="*/ 732834 w 761409"/>
              <a:gd name="connsiteY6" fmla="*/ 1590675 h 1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1409" h="1590675">
                <a:moveTo>
                  <a:pt x="761409" y="0"/>
                </a:moveTo>
                <a:cubicBezTo>
                  <a:pt x="620915" y="126206"/>
                  <a:pt x="575671" y="150813"/>
                  <a:pt x="456609" y="228600"/>
                </a:cubicBezTo>
                <a:cubicBezTo>
                  <a:pt x="337547" y="306387"/>
                  <a:pt x="113709" y="374650"/>
                  <a:pt x="47034" y="466725"/>
                </a:cubicBezTo>
                <a:cubicBezTo>
                  <a:pt x="-19641" y="558800"/>
                  <a:pt x="56559" y="677863"/>
                  <a:pt x="56559" y="781050"/>
                </a:cubicBezTo>
                <a:cubicBezTo>
                  <a:pt x="56559" y="884237"/>
                  <a:pt x="-64091" y="982663"/>
                  <a:pt x="47034" y="1085850"/>
                </a:cubicBezTo>
                <a:cubicBezTo>
                  <a:pt x="158159" y="1189037"/>
                  <a:pt x="380409" y="1316038"/>
                  <a:pt x="494709" y="1400175"/>
                </a:cubicBezTo>
                <a:cubicBezTo>
                  <a:pt x="609009" y="1484312"/>
                  <a:pt x="664571" y="1492250"/>
                  <a:pt x="732834" y="1590675"/>
                </a:cubicBezTo>
              </a:path>
            </a:pathLst>
          </a:cu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本框 45"/>
              <p:cNvSpPr txBox="1"/>
              <p:nvPr/>
            </p:nvSpPr>
            <p:spPr>
              <a:xfrm>
                <a:off x="3997470" y="3554181"/>
                <a:ext cx="28353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6" name="文本框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7470" y="3554181"/>
                <a:ext cx="283539" cy="369332"/>
              </a:xfrm>
              <a:prstGeom prst="rect">
                <a:avLst/>
              </a:prstGeom>
              <a:blipFill>
                <a:blip r:embed="rId2"/>
                <a:stretch>
                  <a:fillRect l="-23913" r="-21739"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/>
              <p:cNvSpPr txBox="1"/>
              <p:nvPr/>
            </p:nvSpPr>
            <p:spPr>
              <a:xfrm>
                <a:off x="7098152" y="3562082"/>
                <a:ext cx="2952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7" name="文本框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8152" y="3562082"/>
                <a:ext cx="295209" cy="369332"/>
              </a:xfrm>
              <a:prstGeom prst="rect">
                <a:avLst/>
              </a:prstGeom>
              <a:blipFill>
                <a:blip r:embed="rId3"/>
                <a:stretch>
                  <a:fillRect l="-20408" r="-18367"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本框 47"/>
              <p:cNvSpPr txBox="1"/>
              <p:nvPr/>
            </p:nvSpPr>
            <p:spPr>
              <a:xfrm>
                <a:off x="4867268" y="3257724"/>
                <a:ext cx="38536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8" name="文本框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7268" y="3257724"/>
                <a:ext cx="385362" cy="369332"/>
              </a:xfrm>
              <a:prstGeom prst="rect">
                <a:avLst/>
              </a:prstGeom>
              <a:blipFill>
                <a:blip r:embed="rId4"/>
                <a:stretch>
                  <a:fillRect l="-15625" r="-4688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本框 48"/>
              <p:cNvSpPr txBox="1"/>
              <p:nvPr/>
            </p:nvSpPr>
            <p:spPr>
              <a:xfrm>
                <a:off x="6133270" y="3635954"/>
                <a:ext cx="40774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9" name="文本框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3270" y="3635954"/>
                <a:ext cx="407740" cy="369332"/>
              </a:xfrm>
              <a:prstGeom prst="rect">
                <a:avLst/>
              </a:prstGeom>
              <a:blipFill>
                <a:blip r:embed="rId5"/>
                <a:stretch>
                  <a:fillRect l="-14925" r="-1493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椭圆 49"/>
          <p:cNvSpPr/>
          <p:nvPr/>
        </p:nvSpPr>
        <p:spPr>
          <a:xfrm>
            <a:off x="9200733" y="3298863"/>
            <a:ext cx="879967" cy="879967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本框 50"/>
              <p:cNvSpPr txBox="1"/>
              <p:nvPr/>
            </p:nvSpPr>
            <p:spPr>
              <a:xfrm>
                <a:off x="7934311" y="3549786"/>
                <a:ext cx="28353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1" name="文本框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4311" y="3549786"/>
                <a:ext cx="283539" cy="369332"/>
              </a:xfrm>
              <a:prstGeom prst="rect">
                <a:avLst/>
              </a:prstGeom>
              <a:blipFill>
                <a:blip r:embed="rId6"/>
                <a:stretch>
                  <a:fillRect l="-23913" r="-21739"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本框 51"/>
              <p:cNvSpPr txBox="1"/>
              <p:nvPr/>
            </p:nvSpPr>
            <p:spPr>
              <a:xfrm>
                <a:off x="8815371" y="3538040"/>
                <a:ext cx="38536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2" name="文本框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5371" y="3538040"/>
                <a:ext cx="385362" cy="369332"/>
              </a:xfrm>
              <a:prstGeom prst="rect">
                <a:avLst/>
              </a:prstGeom>
              <a:blipFill>
                <a:blip r:embed="rId7"/>
                <a:stretch>
                  <a:fillRect l="-15873" r="-6349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8436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14</Words>
  <Application>Microsoft Office PowerPoint</Application>
  <PresentationFormat>宽屏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tao runkai</dc:creator>
  <cp:lastModifiedBy>tao runkai</cp:lastModifiedBy>
  <cp:revision>3</cp:revision>
  <dcterms:created xsi:type="dcterms:W3CDTF">2018-12-31T17:11:38Z</dcterms:created>
  <dcterms:modified xsi:type="dcterms:W3CDTF">2018-12-31T17:32:05Z</dcterms:modified>
</cp:coreProperties>
</file>