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9AD3-343E-4FA2-8B41-7DE245118FF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63FD-011A-4D39-9F88-C0E1822624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230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9AD3-343E-4FA2-8B41-7DE245118FF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63FD-011A-4D39-9F88-C0E1822624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699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9AD3-343E-4FA2-8B41-7DE245118FF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63FD-011A-4D39-9F88-C0E1822624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153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9AD3-343E-4FA2-8B41-7DE245118FF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63FD-011A-4D39-9F88-C0E1822624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329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9AD3-343E-4FA2-8B41-7DE245118FF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63FD-011A-4D39-9F88-C0E1822624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501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9AD3-343E-4FA2-8B41-7DE245118FF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63FD-011A-4D39-9F88-C0E1822624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64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9AD3-343E-4FA2-8B41-7DE245118FF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63FD-011A-4D39-9F88-C0E1822624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696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9AD3-343E-4FA2-8B41-7DE245118FF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63FD-011A-4D39-9F88-C0E1822624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677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9AD3-343E-4FA2-8B41-7DE245118FF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63FD-011A-4D39-9F88-C0E1822624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98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9AD3-343E-4FA2-8B41-7DE245118FF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63FD-011A-4D39-9F88-C0E1822624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523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9AD3-343E-4FA2-8B41-7DE245118FF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63FD-011A-4D39-9F88-C0E1822624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079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69AD3-343E-4FA2-8B41-7DE245118FF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D63FD-011A-4D39-9F88-C0E1822624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01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6648992" y="2647068"/>
            <a:ext cx="2782389" cy="154141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弧形 4"/>
          <p:cNvSpPr/>
          <p:nvPr/>
        </p:nvSpPr>
        <p:spPr>
          <a:xfrm>
            <a:off x="7387043" y="2699319"/>
            <a:ext cx="1306285" cy="892628"/>
          </a:xfrm>
          <a:prstGeom prst="arc">
            <a:avLst>
              <a:gd name="adj1" fmla="val 1363291"/>
              <a:gd name="adj2" fmla="val 9219736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/>
        </p:nvSpPr>
        <p:spPr>
          <a:xfrm flipV="1">
            <a:off x="7517674" y="3417777"/>
            <a:ext cx="1045026" cy="686889"/>
          </a:xfrm>
          <a:prstGeom prst="arc">
            <a:avLst>
              <a:gd name="adj1" fmla="val 2052080"/>
              <a:gd name="adj2" fmla="val 876304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弧形 6"/>
          <p:cNvSpPr/>
          <p:nvPr/>
        </p:nvSpPr>
        <p:spPr>
          <a:xfrm>
            <a:off x="8039649" y="1868294"/>
            <a:ext cx="1914784" cy="2777618"/>
          </a:xfrm>
          <a:prstGeom prst="arc">
            <a:avLst>
              <a:gd name="adj1" fmla="val 11138369"/>
              <a:gd name="adj2" fmla="val 15482034"/>
            </a:avLst>
          </a:prstGeom>
          <a:ln w="28575">
            <a:solidFill>
              <a:srgbClr val="C00000"/>
            </a:solidFill>
            <a:prstDash val="sysDash"/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7785459" y="1817268"/>
                <a:ext cx="2999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altLang="zh-CN" sz="2400" b="0" dirty="0" smtClean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459" y="1817268"/>
                <a:ext cx="299954" cy="369332"/>
              </a:xfrm>
              <a:prstGeom prst="rect">
                <a:avLst/>
              </a:prstGeom>
              <a:blipFill>
                <a:blip r:embed="rId2"/>
                <a:stretch>
                  <a:fillRect l="-22449" r="-20408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椭圆 8"/>
          <p:cNvSpPr/>
          <p:nvPr/>
        </p:nvSpPr>
        <p:spPr>
          <a:xfrm>
            <a:off x="7997446" y="3059806"/>
            <a:ext cx="84407" cy="8440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0159567" y="962442"/>
                <a:ext cx="342786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0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sz="2000" b="0" i="0" smtClean="0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CN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567" y="962442"/>
                <a:ext cx="342786" cy="314766"/>
              </a:xfrm>
              <a:prstGeom prst="rect">
                <a:avLst/>
              </a:prstGeom>
              <a:blipFill>
                <a:blip r:embed="rId3"/>
                <a:stretch>
                  <a:fillRect l="-16071" r="-3571" b="-1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8125232" y="2891909"/>
                <a:ext cx="7899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232" y="2891909"/>
                <a:ext cx="789960" cy="369332"/>
              </a:xfrm>
              <a:prstGeom prst="rect">
                <a:avLst/>
              </a:prstGeom>
              <a:blipFill>
                <a:blip r:embed="rId4"/>
                <a:stretch>
                  <a:fillRect l="-13178" r="-12403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椭圆 11"/>
          <p:cNvSpPr/>
          <p:nvPr/>
        </p:nvSpPr>
        <p:spPr>
          <a:xfrm>
            <a:off x="8792572" y="890686"/>
            <a:ext cx="1366995" cy="136699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>
            <a:endCxn id="12" idx="6"/>
          </p:cNvCxnSpPr>
          <p:nvPr/>
        </p:nvCxnSpPr>
        <p:spPr>
          <a:xfrm>
            <a:off x="9476069" y="1574183"/>
            <a:ext cx="683498" cy="1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9664867" y="1197256"/>
                <a:ext cx="2895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4867" y="1197256"/>
                <a:ext cx="289566" cy="369332"/>
              </a:xfrm>
              <a:prstGeom prst="rect">
                <a:avLst/>
              </a:prstGeom>
              <a:blipFill>
                <a:blip r:embed="rId5"/>
                <a:stretch>
                  <a:fillRect l="-20833" r="-18750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24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2</cp:revision>
  <dcterms:created xsi:type="dcterms:W3CDTF">2018-12-31T11:09:45Z</dcterms:created>
  <dcterms:modified xsi:type="dcterms:W3CDTF">2018-12-31T11:12:44Z</dcterms:modified>
</cp:coreProperties>
</file>