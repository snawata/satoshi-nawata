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0A80E-29D4-40C5-8F4B-CBA1F66E5BF1}" type="datetimeFigureOut">
              <a:rPr lang="zh-CN" altLang="en-US" smtClean="0"/>
              <a:t>2018/12/24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89EF4-06D1-4A99-81B7-DC56FE5EE7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14040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0A80E-29D4-40C5-8F4B-CBA1F66E5BF1}" type="datetimeFigureOut">
              <a:rPr lang="zh-CN" altLang="en-US" smtClean="0"/>
              <a:t>2018/12/24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89EF4-06D1-4A99-81B7-DC56FE5EE7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93703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0A80E-29D4-40C5-8F4B-CBA1F66E5BF1}" type="datetimeFigureOut">
              <a:rPr lang="zh-CN" altLang="en-US" smtClean="0"/>
              <a:t>2018/12/24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89EF4-06D1-4A99-81B7-DC56FE5EE7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3038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0A80E-29D4-40C5-8F4B-CBA1F66E5BF1}" type="datetimeFigureOut">
              <a:rPr lang="zh-CN" altLang="en-US" smtClean="0"/>
              <a:t>2018/12/24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89EF4-06D1-4A99-81B7-DC56FE5EE7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12406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0A80E-29D4-40C5-8F4B-CBA1F66E5BF1}" type="datetimeFigureOut">
              <a:rPr lang="zh-CN" altLang="en-US" smtClean="0"/>
              <a:t>2018/12/24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89EF4-06D1-4A99-81B7-DC56FE5EE7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26433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0A80E-29D4-40C5-8F4B-CBA1F66E5BF1}" type="datetimeFigureOut">
              <a:rPr lang="zh-CN" altLang="en-US" smtClean="0"/>
              <a:t>2018/12/24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89EF4-06D1-4A99-81B7-DC56FE5EE7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87474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0A80E-29D4-40C5-8F4B-CBA1F66E5BF1}" type="datetimeFigureOut">
              <a:rPr lang="zh-CN" altLang="en-US" smtClean="0"/>
              <a:t>2018/12/24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89EF4-06D1-4A99-81B7-DC56FE5EE7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7917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0A80E-29D4-40C5-8F4B-CBA1F66E5BF1}" type="datetimeFigureOut">
              <a:rPr lang="zh-CN" altLang="en-US" smtClean="0"/>
              <a:t>2018/12/24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89EF4-06D1-4A99-81B7-DC56FE5EE7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62199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0A80E-29D4-40C5-8F4B-CBA1F66E5BF1}" type="datetimeFigureOut">
              <a:rPr lang="zh-CN" altLang="en-US" smtClean="0"/>
              <a:t>2018/12/24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89EF4-06D1-4A99-81B7-DC56FE5EE7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18046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0A80E-29D4-40C5-8F4B-CBA1F66E5BF1}" type="datetimeFigureOut">
              <a:rPr lang="zh-CN" altLang="en-US" smtClean="0"/>
              <a:t>2018/12/24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89EF4-06D1-4A99-81B7-DC56FE5EE7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0291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0A80E-29D4-40C5-8F4B-CBA1F66E5BF1}" type="datetimeFigureOut">
              <a:rPr lang="zh-CN" altLang="en-US" smtClean="0"/>
              <a:t>2018/12/24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89EF4-06D1-4A99-81B7-DC56FE5EE7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51846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60A80E-29D4-40C5-8F4B-CBA1F66E5BF1}" type="datetimeFigureOut">
              <a:rPr lang="zh-CN" altLang="en-US" smtClean="0"/>
              <a:t>2018/12/24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089EF4-06D1-4A99-81B7-DC56FE5EE7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96875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平行四边形 3"/>
          <p:cNvSpPr/>
          <p:nvPr/>
        </p:nvSpPr>
        <p:spPr>
          <a:xfrm>
            <a:off x="4832252" y="2982041"/>
            <a:ext cx="1961672" cy="1154902"/>
          </a:xfrm>
          <a:prstGeom prst="parallelogram">
            <a:avLst>
              <a:gd name="adj" fmla="val 52809"/>
            </a:avLst>
          </a:prstGeom>
          <a:solidFill>
            <a:srgbClr val="7030A0">
              <a:alpha val="24000"/>
            </a:srgbClr>
          </a:solidFill>
          <a:ln w="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" name="直接箭头连接符 4"/>
          <p:cNvCxnSpPr/>
          <p:nvPr/>
        </p:nvCxnSpPr>
        <p:spPr>
          <a:xfrm>
            <a:off x="2502296" y="4147729"/>
            <a:ext cx="6634374" cy="0"/>
          </a:xfrm>
          <a:prstGeom prst="straightConnector1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" name="直接箭头连接符 5"/>
          <p:cNvCxnSpPr/>
          <p:nvPr/>
        </p:nvCxnSpPr>
        <p:spPr>
          <a:xfrm flipV="1">
            <a:off x="4847493" y="1000399"/>
            <a:ext cx="0" cy="5083247"/>
          </a:xfrm>
          <a:prstGeom prst="straightConnector1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 flipV="1">
            <a:off x="4104832" y="1559496"/>
            <a:ext cx="2089954" cy="4045687"/>
          </a:xfrm>
          <a:prstGeom prst="line">
            <a:avLst/>
          </a:prstGeom>
          <a:ln w="28575"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 flipV="1">
            <a:off x="2767324" y="1559495"/>
            <a:ext cx="2080169" cy="4026746"/>
          </a:xfrm>
          <a:prstGeom prst="line">
            <a:avLst/>
          </a:prstGeom>
          <a:ln w="28575"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 flipV="1">
            <a:off x="5452125" y="1559494"/>
            <a:ext cx="2089954" cy="4045687"/>
          </a:xfrm>
          <a:prstGeom prst="line">
            <a:avLst/>
          </a:prstGeom>
          <a:ln w="28575"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 flipV="1">
            <a:off x="6793925" y="1559493"/>
            <a:ext cx="2095447" cy="4056320"/>
          </a:xfrm>
          <a:prstGeom prst="line">
            <a:avLst/>
          </a:prstGeom>
          <a:ln w="28575"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2496985" y="5316325"/>
            <a:ext cx="4701015" cy="0"/>
          </a:xfrm>
          <a:prstGeom prst="line">
            <a:avLst/>
          </a:prstGeom>
          <a:ln w="28575"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3181012" y="4144381"/>
            <a:ext cx="4701015" cy="0"/>
          </a:xfrm>
          <a:prstGeom prst="line">
            <a:avLst/>
          </a:prstGeom>
          <a:ln w="28575"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3839887" y="2972437"/>
            <a:ext cx="4701015" cy="0"/>
          </a:xfrm>
          <a:prstGeom prst="line">
            <a:avLst/>
          </a:prstGeom>
          <a:ln w="28575"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4435655" y="1800493"/>
            <a:ext cx="4701015" cy="0"/>
          </a:xfrm>
          <a:prstGeom prst="line">
            <a:avLst/>
          </a:prstGeom>
          <a:ln w="28575"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/>
          <p:nvPr/>
        </p:nvCxnSpPr>
        <p:spPr>
          <a:xfrm flipV="1">
            <a:off x="4858125" y="2958456"/>
            <a:ext cx="609773" cy="1196712"/>
          </a:xfrm>
          <a:prstGeom prst="straightConnector1">
            <a:avLst/>
          </a:prstGeom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 w="med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/>
          <p:nvPr/>
        </p:nvCxnSpPr>
        <p:spPr>
          <a:xfrm>
            <a:off x="4862735" y="4150636"/>
            <a:ext cx="1342682" cy="0"/>
          </a:xfrm>
          <a:prstGeom prst="straightConnector1">
            <a:avLst/>
          </a:prstGeom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 w="med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文本框 16"/>
              <p:cNvSpPr txBox="1"/>
              <p:nvPr/>
            </p:nvSpPr>
            <p:spPr>
              <a:xfrm>
                <a:off x="6115605" y="4133595"/>
                <a:ext cx="471476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CN" sz="2800" b="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sz="2800" dirty="0">
                  <a:solidFill>
                    <a:srgbClr val="C00000"/>
                  </a:solidFill>
                </a:endParaRPr>
              </a:p>
            </p:txBody>
          </p:sp>
        </mc:Choice>
        <mc:Fallback>
          <p:sp>
            <p:nvSpPr>
              <p:cNvPr id="17" name="文本框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605" y="4133595"/>
                <a:ext cx="471476" cy="43088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文本框 17"/>
              <p:cNvSpPr txBox="1"/>
              <p:nvPr/>
            </p:nvSpPr>
            <p:spPr>
              <a:xfrm>
                <a:off x="5019457" y="2470535"/>
                <a:ext cx="47974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CN" sz="2800" b="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sz="2800" dirty="0">
                  <a:solidFill>
                    <a:srgbClr val="C00000"/>
                  </a:solidFill>
                </a:endParaRPr>
              </a:p>
            </p:txBody>
          </p:sp>
        </mc:Choice>
        <mc:Fallback>
          <p:sp>
            <p:nvSpPr>
              <p:cNvPr id="18" name="文本框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9457" y="2470535"/>
                <a:ext cx="479747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文本框 18"/>
              <p:cNvSpPr txBox="1"/>
              <p:nvPr/>
            </p:nvSpPr>
            <p:spPr>
              <a:xfrm>
                <a:off x="3141248" y="1190162"/>
                <a:ext cx="115358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altLang="zh-CN" sz="2400" b="1" dirty="0" smtClean="0"/>
                  <a:t>-Plane</a:t>
                </a:r>
                <a:endParaRPr lang="zh-CN" altLang="en-US" sz="2400" b="1" dirty="0"/>
              </a:p>
            </p:txBody>
          </p:sp>
        </mc:Choice>
        <mc:Fallback>
          <p:sp>
            <p:nvSpPr>
              <p:cNvPr id="19" name="文本框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1248" y="1190162"/>
                <a:ext cx="1153586" cy="369332"/>
              </a:xfrm>
              <a:prstGeom prst="rect">
                <a:avLst/>
              </a:prstGeom>
              <a:blipFill>
                <a:blip r:embed="rId4"/>
                <a:stretch>
                  <a:fillRect l="-6316" t="-22951" r="-14737" b="-508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398664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3</Words>
  <Application>Microsoft Office PowerPoint</Application>
  <PresentationFormat>宽屏</PresentationFormat>
  <Paragraphs>3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Arial</vt:lpstr>
      <vt:lpstr>Cambria Math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tao runkai</dc:creator>
  <cp:lastModifiedBy>tao runkai</cp:lastModifiedBy>
  <cp:revision>2</cp:revision>
  <dcterms:created xsi:type="dcterms:W3CDTF">2018-12-24T12:49:07Z</dcterms:created>
  <dcterms:modified xsi:type="dcterms:W3CDTF">2018-12-24T13:06:36Z</dcterms:modified>
</cp:coreProperties>
</file>