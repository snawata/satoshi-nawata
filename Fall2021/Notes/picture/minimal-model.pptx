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6764-17FD-4D64-BC8F-A4580FF0AD21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8EF8A-849B-4B59-83BA-16DC4EB18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742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6764-17FD-4D64-BC8F-A4580FF0AD21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8EF8A-849B-4B59-83BA-16DC4EB18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445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6764-17FD-4D64-BC8F-A4580FF0AD21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8EF8A-849B-4B59-83BA-16DC4EB18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3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6764-17FD-4D64-BC8F-A4580FF0AD21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8EF8A-849B-4B59-83BA-16DC4EB18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074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6764-17FD-4D64-BC8F-A4580FF0AD21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8EF8A-849B-4B59-83BA-16DC4EB18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5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6764-17FD-4D64-BC8F-A4580FF0AD21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8EF8A-849B-4B59-83BA-16DC4EB18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858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6764-17FD-4D64-BC8F-A4580FF0AD21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8EF8A-849B-4B59-83BA-16DC4EB18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13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6764-17FD-4D64-BC8F-A4580FF0AD21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8EF8A-849B-4B59-83BA-16DC4EB18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65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6764-17FD-4D64-BC8F-A4580FF0AD21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8EF8A-849B-4B59-83BA-16DC4EB18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577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6764-17FD-4D64-BC8F-A4580FF0AD21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8EF8A-849B-4B59-83BA-16DC4EB18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81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6764-17FD-4D64-BC8F-A4580FF0AD21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8EF8A-849B-4B59-83BA-16DC4EB18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49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E6764-17FD-4D64-BC8F-A4580FF0AD21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8EF8A-849B-4B59-83BA-16DC4EB18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630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/>
          <p:cNvGrpSpPr/>
          <p:nvPr/>
        </p:nvGrpSpPr>
        <p:grpSpPr>
          <a:xfrm>
            <a:off x="1514000" y="633046"/>
            <a:ext cx="3808696" cy="3799617"/>
            <a:chOff x="1514001" y="633046"/>
            <a:chExt cx="3786084" cy="3799617"/>
          </a:xfrm>
        </p:grpSpPr>
        <p:cxnSp>
          <p:nvCxnSpPr>
            <p:cNvPr id="4" name="直接箭头连接符 3"/>
            <p:cNvCxnSpPr/>
            <p:nvPr/>
          </p:nvCxnSpPr>
          <p:spPr>
            <a:xfrm>
              <a:off x="1521827" y="4411980"/>
              <a:ext cx="3767625" cy="0"/>
            </a:xfrm>
            <a:prstGeom prst="straightConnector1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" name="直接箭头连接符 4"/>
            <p:cNvCxnSpPr/>
            <p:nvPr/>
          </p:nvCxnSpPr>
          <p:spPr>
            <a:xfrm flipV="1">
              <a:off x="1532460" y="633046"/>
              <a:ext cx="0" cy="3778935"/>
            </a:xfrm>
            <a:prstGeom prst="straightConnector1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16" name="组合 15"/>
            <p:cNvGrpSpPr/>
            <p:nvPr/>
          </p:nvGrpSpPr>
          <p:grpSpPr>
            <a:xfrm>
              <a:off x="1514001" y="3698091"/>
              <a:ext cx="3483598" cy="95693"/>
              <a:chOff x="1532460" y="3560132"/>
              <a:chExt cx="3483598" cy="95693"/>
            </a:xfrm>
          </p:grpSpPr>
          <p:sp>
            <p:nvSpPr>
              <p:cNvPr id="8" name="椭圆 7"/>
              <p:cNvSpPr/>
              <p:nvPr/>
            </p:nvSpPr>
            <p:spPr>
              <a:xfrm flipH="1">
                <a:off x="2234462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flipH="1">
                <a:off x="2905938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/>
              <p:cNvSpPr/>
              <p:nvPr/>
            </p:nvSpPr>
            <p:spPr>
              <a:xfrm flipH="1">
                <a:off x="3577414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/>
              <p:cNvSpPr/>
              <p:nvPr/>
            </p:nvSpPr>
            <p:spPr>
              <a:xfrm flipH="1">
                <a:off x="4248890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/>
              <p:cNvSpPr/>
              <p:nvPr/>
            </p:nvSpPr>
            <p:spPr>
              <a:xfrm flipH="1">
                <a:off x="4920365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" name="直接连接符 14"/>
              <p:cNvCxnSpPr/>
              <p:nvPr/>
            </p:nvCxnSpPr>
            <p:spPr>
              <a:xfrm>
                <a:off x="1532460" y="3602664"/>
                <a:ext cx="126219" cy="0"/>
              </a:xfrm>
              <a:prstGeom prst="lin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/>
            <p:cNvGrpSpPr/>
            <p:nvPr/>
          </p:nvGrpSpPr>
          <p:grpSpPr>
            <a:xfrm>
              <a:off x="1514001" y="2996271"/>
              <a:ext cx="3483598" cy="95693"/>
              <a:chOff x="1532460" y="3560132"/>
              <a:chExt cx="3483598" cy="95693"/>
            </a:xfrm>
          </p:grpSpPr>
          <p:sp>
            <p:nvSpPr>
              <p:cNvPr id="18" name="椭圆 17"/>
              <p:cNvSpPr/>
              <p:nvPr/>
            </p:nvSpPr>
            <p:spPr>
              <a:xfrm flipH="1">
                <a:off x="2234462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/>
              <p:cNvSpPr/>
              <p:nvPr/>
            </p:nvSpPr>
            <p:spPr>
              <a:xfrm flipH="1">
                <a:off x="2905938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 flipH="1">
                <a:off x="3577414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/>
              <p:cNvSpPr/>
              <p:nvPr/>
            </p:nvSpPr>
            <p:spPr>
              <a:xfrm flipH="1">
                <a:off x="4248890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/>
              <p:cNvSpPr/>
              <p:nvPr/>
            </p:nvSpPr>
            <p:spPr>
              <a:xfrm flipH="1">
                <a:off x="4920365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3" name="直接连接符 22"/>
              <p:cNvCxnSpPr/>
              <p:nvPr/>
            </p:nvCxnSpPr>
            <p:spPr>
              <a:xfrm>
                <a:off x="1532460" y="3602664"/>
                <a:ext cx="126219" cy="0"/>
              </a:xfrm>
              <a:prstGeom prst="lin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514001" y="2294451"/>
              <a:ext cx="3483598" cy="95693"/>
              <a:chOff x="1532460" y="3560132"/>
              <a:chExt cx="3483598" cy="95693"/>
            </a:xfrm>
          </p:grpSpPr>
          <p:sp>
            <p:nvSpPr>
              <p:cNvPr id="25" name="椭圆 24"/>
              <p:cNvSpPr/>
              <p:nvPr/>
            </p:nvSpPr>
            <p:spPr>
              <a:xfrm flipH="1">
                <a:off x="2234462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/>
              <p:cNvSpPr/>
              <p:nvPr/>
            </p:nvSpPr>
            <p:spPr>
              <a:xfrm flipH="1">
                <a:off x="2905938" y="3560132"/>
                <a:ext cx="95693" cy="9569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/>
              <p:cNvSpPr/>
              <p:nvPr/>
            </p:nvSpPr>
            <p:spPr>
              <a:xfrm flipH="1">
                <a:off x="3577414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 flipH="1">
                <a:off x="4248890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 flipH="1">
                <a:off x="4920365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>
                <a:off x="1532460" y="3602664"/>
                <a:ext cx="126219" cy="0"/>
              </a:xfrm>
              <a:prstGeom prst="lin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组合 30"/>
            <p:cNvGrpSpPr/>
            <p:nvPr/>
          </p:nvGrpSpPr>
          <p:grpSpPr>
            <a:xfrm>
              <a:off x="1514001" y="1592631"/>
              <a:ext cx="3483598" cy="95693"/>
              <a:chOff x="1532460" y="3560132"/>
              <a:chExt cx="3483598" cy="95693"/>
            </a:xfrm>
          </p:grpSpPr>
          <p:sp>
            <p:nvSpPr>
              <p:cNvPr id="32" name="椭圆 31"/>
              <p:cNvSpPr/>
              <p:nvPr/>
            </p:nvSpPr>
            <p:spPr>
              <a:xfrm flipH="1">
                <a:off x="2234462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 flipH="1">
                <a:off x="2905938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 flipH="1">
                <a:off x="3577414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/>
              <p:cNvSpPr/>
              <p:nvPr/>
            </p:nvSpPr>
            <p:spPr>
              <a:xfrm flipH="1">
                <a:off x="4248890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 flipH="1">
                <a:off x="4920365" y="3560132"/>
                <a:ext cx="95693" cy="956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" name="直接连接符 36"/>
              <p:cNvCxnSpPr/>
              <p:nvPr/>
            </p:nvCxnSpPr>
            <p:spPr>
              <a:xfrm>
                <a:off x="1532460" y="3602664"/>
                <a:ext cx="126219" cy="0"/>
              </a:xfrm>
              <a:prstGeom prst="lin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9" name="椭圆 38"/>
            <p:cNvSpPr/>
            <p:nvPr/>
          </p:nvSpPr>
          <p:spPr>
            <a:xfrm flipH="1">
              <a:off x="2216003" y="890811"/>
              <a:ext cx="95693" cy="9569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 flipH="1">
              <a:off x="2887479" y="890811"/>
              <a:ext cx="95693" cy="9569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 flipH="1">
              <a:off x="3558955" y="890811"/>
              <a:ext cx="95693" cy="9569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 flipH="1">
              <a:off x="4230431" y="890811"/>
              <a:ext cx="95693" cy="9569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 flipH="1">
              <a:off x="4901906" y="890811"/>
              <a:ext cx="95693" cy="9569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1514001" y="933343"/>
              <a:ext cx="126219" cy="0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2271267" y="4268289"/>
              <a:ext cx="0" cy="143691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2937959" y="4268289"/>
              <a:ext cx="0" cy="143691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3615459" y="4288972"/>
              <a:ext cx="0" cy="143691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4278781" y="4279175"/>
              <a:ext cx="0" cy="143691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4950257" y="4279174"/>
              <a:ext cx="0" cy="143691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/>
            <p:nvPr/>
          </p:nvCxnSpPr>
          <p:spPr>
            <a:xfrm>
              <a:off x="1521181" y="639494"/>
              <a:ext cx="3767625" cy="0"/>
            </a:xfrm>
            <a:prstGeom prst="straightConnector1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>
            <a:xfrm flipV="1">
              <a:off x="5288806" y="643930"/>
              <a:ext cx="0" cy="3778935"/>
            </a:xfrm>
            <a:prstGeom prst="straightConnector1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V="1">
              <a:off x="1532460" y="1434716"/>
              <a:ext cx="3767625" cy="2977264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/>
              <p:cNvSpPr txBox="1"/>
              <p:nvPr/>
            </p:nvSpPr>
            <p:spPr>
              <a:xfrm>
                <a:off x="2918679" y="2589633"/>
                <a:ext cx="2621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altLang="zh-CN" sz="2400" b="0" dirty="0" smtClean="0"/>
              </a:p>
            </p:txBody>
          </p:sp>
        </mc:Choice>
        <mc:Fallback xmlns=""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679" y="2589633"/>
                <a:ext cx="262123" cy="369332"/>
              </a:xfrm>
              <a:prstGeom prst="rect">
                <a:avLst/>
              </a:prstGeom>
              <a:blipFill>
                <a:blip r:embed="rId2"/>
                <a:stretch>
                  <a:fillRect l="-25581" r="-20930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/>
              <p:cNvSpPr txBox="1"/>
              <p:nvPr/>
            </p:nvSpPr>
            <p:spPr>
              <a:xfrm>
                <a:off x="2511207" y="1868914"/>
                <a:ext cx="7568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207" y="1868914"/>
                <a:ext cx="756810" cy="369332"/>
              </a:xfrm>
              <a:prstGeom prst="rect">
                <a:avLst/>
              </a:prstGeom>
              <a:blipFill>
                <a:blip r:embed="rId3"/>
                <a:stretch>
                  <a:fillRect l="-13710" r="-12903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直接连接符 69"/>
          <p:cNvCxnSpPr/>
          <p:nvPr/>
        </p:nvCxnSpPr>
        <p:spPr>
          <a:xfrm>
            <a:off x="2947468" y="2348658"/>
            <a:ext cx="488906" cy="585978"/>
          </a:xfrm>
          <a:prstGeom prst="line">
            <a:avLst/>
          </a:prstGeom>
          <a:ln w="158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/>
              <p:cNvSpPr txBox="1"/>
              <p:nvPr/>
            </p:nvSpPr>
            <p:spPr>
              <a:xfrm>
                <a:off x="1286457" y="500994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3" name="文本框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457" y="500994"/>
                <a:ext cx="176587" cy="276999"/>
              </a:xfrm>
              <a:prstGeom prst="rect">
                <a:avLst/>
              </a:prstGeom>
              <a:blipFill>
                <a:blip r:embed="rId4"/>
                <a:stretch>
                  <a:fillRect l="-17241" r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/>
              <p:cNvSpPr txBox="1"/>
              <p:nvPr/>
            </p:nvSpPr>
            <p:spPr>
              <a:xfrm>
                <a:off x="5229960" y="4408670"/>
                <a:ext cx="1746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4" name="文本框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60" y="4408670"/>
                <a:ext cx="174663" cy="276999"/>
              </a:xfrm>
              <a:prstGeom prst="rect">
                <a:avLst/>
              </a:prstGeom>
              <a:blipFill>
                <a:blip r:embed="rId5"/>
                <a:stretch>
                  <a:fillRect l="-17241" r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组合 80"/>
          <p:cNvGrpSpPr/>
          <p:nvPr/>
        </p:nvGrpSpPr>
        <p:grpSpPr>
          <a:xfrm>
            <a:off x="2172948" y="4465139"/>
            <a:ext cx="2892703" cy="281892"/>
            <a:chOff x="2172948" y="4465139"/>
            <a:chExt cx="2892703" cy="2818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/>
                <p:cNvSpPr txBox="1"/>
                <p:nvPr/>
              </p:nvSpPr>
              <p:spPr>
                <a:xfrm>
                  <a:off x="2172948" y="4470032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5" name="文本框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2948" y="4470032"/>
                  <a:ext cx="19075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5000" r="-25000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/>
                <p:cNvSpPr txBox="1"/>
                <p:nvPr/>
              </p:nvSpPr>
              <p:spPr>
                <a:xfrm>
                  <a:off x="2866328" y="4465140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6" name="文本框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6328" y="4465140"/>
                  <a:ext cx="190757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5806" r="-29032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/>
                <p:cNvSpPr txBox="1"/>
                <p:nvPr/>
              </p:nvSpPr>
              <p:spPr>
                <a:xfrm>
                  <a:off x="3523920" y="4465140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7" name="文本框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3920" y="4465140"/>
                  <a:ext cx="190757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5806" r="-29032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/>
                <p:cNvSpPr txBox="1"/>
                <p:nvPr/>
              </p:nvSpPr>
              <p:spPr>
                <a:xfrm>
                  <a:off x="4199407" y="4465139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8" name="文本框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9407" y="4465139"/>
                  <a:ext cx="190757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9032" r="-25806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/>
                <p:cNvSpPr txBox="1"/>
                <p:nvPr/>
              </p:nvSpPr>
              <p:spPr>
                <a:xfrm>
                  <a:off x="4874894" y="4465139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0" name="文本框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894" y="4465139"/>
                  <a:ext cx="190757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9032" r="-29032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/>
              <p:cNvSpPr txBox="1"/>
              <p:nvPr/>
            </p:nvSpPr>
            <p:spPr>
              <a:xfrm>
                <a:off x="1239623" y="3602123"/>
                <a:ext cx="1907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8" name="文本框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623" y="3602123"/>
                <a:ext cx="190757" cy="276999"/>
              </a:xfrm>
              <a:prstGeom prst="rect">
                <a:avLst/>
              </a:prstGeom>
              <a:blipFill>
                <a:blip r:embed="rId11"/>
                <a:stretch>
                  <a:fillRect l="-25000" r="-25000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/>
              <p:cNvSpPr txBox="1"/>
              <p:nvPr/>
            </p:nvSpPr>
            <p:spPr>
              <a:xfrm>
                <a:off x="1238931" y="2900303"/>
                <a:ext cx="1907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9" name="文本框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931" y="2900303"/>
                <a:ext cx="190757" cy="276999"/>
              </a:xfrm>
              <a:prstGeom prst="rect">
                <a:avLst/>
              </a:prstGeom>
              <a:blipFill>
                <a:blip r:embed="rId12"/>
                <a:stretch>
                  <a:fillRect l="-25000" r="-25000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/>
              <p:cNvSpPr txBox="1"/>
              <p:nvPr/>
            </p:nvSpPr>
            <p:spPr>
              <a:xfrm>
                <a:off x="1238930" y="2198483"/>
                <a:ext cx="1907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0" name="文本框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930" y="2198483"/>
                <a:ext cx="190757" cy="276999"/>
              </a:xfrm>
              <a:prstGeom prst="rect">
                <a:avLst/>
              </a:prstGeom>
              <a:blipFill>
                <a:blip r:embed="rId13"/>
                <a:stretch>
                  <a:fillRect l="-25000" r="-25000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/>
              <p:cNvSpPr txBox="1"/>
              <p:nvPr/>
            </p:nvSpPr>
            <p:spPr>
              <a:xfrm>
                <a:off x="1237149" y="1496663"/>
                <a:ext cx="1907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149" y="1496663"/>
                <a:ext cx="190757" cy="276999"/>
              </a:xfrm>
              <a:prstGeom prst="rect">
                <a:avLst/>
              </a:prstGeom>
              <a:blipFill>
                <a:blip r:embed="rId14"/>
                <a:stretch>
                  <a:fillRect l="-29032" r="-25806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/>
              <p:cNvSpPr txBox="1"/>
              <p:nvPr/>
            </p:nvSpPr>
            <p:spPr>
              <a:xfrm>
                <a:off x="1237148" y="794843"/>
                <a:ext cx="1907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2" name="文本框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148" y="794843"/>
                <a:ext cx="190757" cy="276999"/>
              </a:xfrm>
              <a:prstGeom prst="rect">
                <a:avLst/>
              </a:prstGeom>
              <a:blipFill>
                <a:blip r:embed="rId15"/>
                <a:stretch>
                  <a:fillRect l="-29032" r="-29032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弧形 92"/>
          <p:cNvSpPr/>
          <p:nvPr/>
        </p:nvSpPr>
        <p:spPr>
          <a:xfrm>
            <a:off x="497037" y="3469675"/>
            <a:ext cx="2081561" cy="2097943"/>
          </a:xfrm>
          <a:prstGeom prst="arc">
            <a:avLst>
              <a:gd name="adj1" fmla="val 19021982"/>
              <a:gd name="adj2" fmla="val 21248700"/>
            </a:avLst>
          </a:prstGeom>
          <a:ln w="12700">
            <a:solidFill>
              <a:srgbClr val="C00000"/>
            </a:solidFill>
            <a:headEnd type="stealth" w="med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/>
              <p:cNvSpPr txBox="1"/>
              <p:nvPr/>
            </p:nvSpPr>
            <p:spPr>
              <a:xfrm>
                <a:off x="2507782" y="3887003"/>
                <a:ext cx="26712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4" name="文本框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782" y="3887003"/>
                <a:ext cx="267124" cy="369332"/>
              </a:xfrm>
              <a:prstGeom prst="rect">
                <a:avLst/>
              </a:prstGeom>
              <a:blipFill>
                <a:blip r:embed="rId16"/>
                <a:stretch>
                  <a:fillRect l="-22727" r="-20455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386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7</cp:revision>
  <dcterms:created xsi:type="dcterms:W3CDTF">2018-12-28T12:29:11Z</dcterms:created>
  <dcterms:modified xsi:type="dcterms:W3CDTF">2018-12-30T09:35:30Z</dcterms:modified>
</cp:coreProperties>
</file>