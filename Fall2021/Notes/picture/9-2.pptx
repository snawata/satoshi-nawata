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FDC"/>
    <a:srgbClr val="703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20" d="100"/>
          <a:sy n="120" d="100"/>
        </p:scale>
        <p:origin x="-1272" y="-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6B4B-6724-4384-A6D8-BD31406E0331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5A6B-02E8-4861-96C3-D3B3F8AD9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6B4B-6724-4384-A6D8-BD31406E0331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5A6B-02E8-4861-96C3-D3B3F8AD9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05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6B4B-6724-4384-A6D8-BD31406E0331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5A6B-02E8-4861-96C3-D3B3F8AD9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17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6B4B-6724-4384-A6D8-BD31406E0331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5A6B-02E8-4861-96C3-D3B3F8AD9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220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6B4B-6724-4384-A6D8-BD31406E0331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5A6B-02E8-4861-96C3-D3B3F8AD9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72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6B4B-6724-4384-A6D8-BD31406E0331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5A6B-02E8-4861-96C3-D3B3F8AD9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934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6B4B-6724-4384-A6D8-BD31406E0331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5A6B-02E8-4861-96C3-D3B3F8AD9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955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6B4B-6724-4384-A6D8-BD31406E0331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5A6B-02E8-4861-96C3-D3B3F8AD9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6B4B-6724-4384-A6D8-BD31406E0331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5A6B-02E8-4861-96C3-D3B3F8AD9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81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6B4B-6724-4384-A6D8-BD31406E0331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5A6B-02E8-4861-96C3-D3B3F8AD9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5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6B4B-6724-4384-A6D8-BD31406E0331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5A6B-02E8-4861-96C3-D3B3F8AD9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29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16B4B-6724-4384-A6D8-BD31406E0331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A5A6B-02E8-4861-96C3-D3B3F8AD9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3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边形 8"/>
          <p:cNvSpPr/>
          <p:nvPr/>
        </p:nvSpPr>
        <p:spPr>
          <a:xfrm>
            <a:off x="3352797" y="4345577"/>
            <a:ext cx="3805647" cy="1097280"/>
          </a:xfrm>
          <a:prstGeom prst="parallelogram">
            <a:avLst>
              <a:gd name="adj" fmla="val 97619"/>
            </a:avLst>
          </a:prstGeom>
          <a:solidFill>
            <a:srgbClr val="7030A0">
              <a:alpha val="16000"/>
            </a:srgb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/>
        </p:nvSpPr>
        <p:spPr>
          <a:xfrm>
            <a:off x="3344952" y="2744866"/>
            <a:ext cx="3805647" cy="1097280"/>
          </a:xfrm>
          <a:prstGeom prst="parallelogram">
            <a:avLst>
              <a:gd name="adj" fmla="val 97619"/>
            </a:avLst>
          </a:prstGeom>
          <a:solidFill>
            <a:srgbClr val="7030A0">
              <a:alpha val="16000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/>
        </p:nvSpPr>
        <p:spPr>
          <a:xfrm>
            <a:off x="3337107" y="3545222"/>
            <a:ext cx="3805647" cy="1097280"/>
          </a:xfrm>
          <a:prstGeom prst="parallelogram">
            <a:avLst>
              <a:gd name="adj" fmla="val 97619"/>
            </a:avLst>
          </a:prstGeom>
          <a:solidFill>
            <a:srgbClr val="7030A0">
              <a:alpha val="16000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4663440" y="3208403"/>
            <a:ext cx="104938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4663439" y="4051310"/>
            <a:ext cx="104938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663440" y="4894217"/>
            <a:ext cx="104938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4873391" y="3208403"/>
            <a:ext cx="0" cy="842354"/>
          </a:xfrm>
          <a:prstGeom prst="line">
            <a:avLst/>
          </a:prstGeom>
          <a:ln w="1270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弧形 30"/>
          <p:cNvSpPr/>
          <p:nvPr/>
        </p:nvSpPr>
        <p:spPr>
          <a:xfrm>
            <a:off x="4452717" y="2997404"/>
            <a:ext cx="421445" cy="421445"/>
          </a:xfrm>
          <a:prstGeom prst="arc">
            <a:avLst>
              <a:gd name="adj1" fmla="val 10705393"/>
              <a:gd name="adj2" fmla="val 0"/>
            </a:avLst>
          </a:prstGeom>
          <a:ln w="12700">
            <a:solidFill>
              <a:srgbClr val="C00000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弧形 31"/>
          <p:cNvSpPr/>
          <p:nvPr/>
        </p:nvSpPr>
        <p:spPr>
          <a:xfrm flipH="1" flipV="1">
            <a:off x="4452717" y="2820906"/>
            <a:ext cx="792573" cy="792573"/>
          </a:xfrm>
          <a:prstGeom prst="arc">
            <a:avLst>
              <a:gd name="adj1" fmla="val 10705393"/>
              <a:gd name="adj2" fmla="val 0"/>
            </a:avLst>
          </a:prstGeom>
          <a:ln w="12700">
            <a:solidFill>
              <a:srgbClr val="C00000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弧形 32"/>
          <p:cNvSpPr/>
          <p:nvPr/>
        </p:nvSpPr>
        <p:spPr>
          <a:xfrm flipH="1">
            <a:off x="5239931" y="2812193"/>
            <a:ext cx="792573" cy="792573"/>
          </a:xfrm>
          <a:prstGeom prst="arc">
            <a:avLst>
              <a:gd name="adj1" fmla="val 10705393"/>
              <a:gd name="adj2" fmla="val 0"/>
            </a:avLst>
          </a:prstGeom>
          <a:ln w="12700">
            <a:solidFill>
              <a:srgbClr val="C00000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/>
          <p:cNvCxnSpPr>
            <a:stCxn id="33" idx="0"/>
          </p:cNvCxnSpPr>
          <p:nvPr/>
        </p:nvCxnSpPr>
        <p:spPr>
          <a:xfrm>
            <a:off x="6032354" y="3219384"/>
            <a:ext cx="150" cy="1674833"/>
          </a:xfrm>
          <a:prstGeom prst="line">
            <a:avLst/>
          </a:prstGeom>
          <a:ln w="1270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弧形 35"/>
          <p:cNvSpPr/>
          <p:nvPr/>
        </p:nvSpPr>
        <p:spPr>
          <a:xfrm flipV="1">
            <a:off x="4874162" y="4315046"/>
            <a:ext cx="1158342" cy="1158342"/>
          </a:xfrm>
          <a:prstGeom prst="arc">
            <a:avLst>
              <a:gd name="adj1" fmla="val 10705393"/>
              <a:gd name="adj2" fmla="val 0"/>
            </a:avLst>
          </a:prstGeom>
          <a:ln w="12700">
            <a:solidFill>
              <a:srgbClr val="C00000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弧形 36"/>
          <p:cNvSpPr/>
          <p:nvPr/>
        </p:nvSpPr>
        <p:spPr>
          <a:xfrm>
            <a:off x="4452717" y="4683494"/>
            <a:ext cx="421445" cy="421445"/>
          </a:xfrm>
          <a:prstGeom prst="arc">
            <a:avLst>
              <a:gd name="adj1" fmla="val 10705393"/>
              <a:gd name="adj2" fmla="val 0"/>
            </a:avLst>
          </a:prstGeom>
          <a:ln w="12700">
            <a:solidFill>
              <a:srgbClr val="C00000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弧形 37"/>
          <p:cNvSpPr/>
          <p:nvPr/>
        </p:nvSpPr>
        <p:spPr>
          <a:xfrm flipH="1" flipV="1">
            <a:off x="4452716" y="4497929"/>
            <a:ext cx="792573" cy="792573"/>
          </a:xfrm>
          <a:prstGeom prst="arc">
            <a:avLst>
              <a:gd name="adj1" fmla="val 10705393"/>
              <a:gd name="adj2" fmla="val 0"/>
            </a:avLst>
          </a:prstGeom>
          <a:ln w="12700">
            <a:solidFill>
              <a:srgbClr val="C00000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5248796" y="4051310"/>
            <a:ext cx="0" cy="834194"/>
          </a:xfrm>
          <a:prstGeom prst="line">
            <a:avLst/>
          </a:prstGeom>
          <a:ln w="1270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弧形 39"/>
          <p:cNvSpPr/>
          <p:nvPr/>
        </p:nvSpPr>
        <p:spPr>
          <a:xfrm>
            <a:off x="4455202" y="3654471"/>
            <a:ext cx="792573" cy="792573"/>
          </a:xfrm>
          <a:prstGeom prst="arc">
            <a:avLst>
              <a:gd name="adj1" fmla="val 10705393"/>
              <a:gd name="adj2" fmla="val 0"/>
            </a:avLst>
          </a:prstGeom>
          <a:ln w="12700">
            <a:solidFill>
              <a:srgbClr val="C00000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弧形 40"/>
          <p:cNvSpPr/>
          <p:nvPr/>
        </p:nvSpPr>
        <p:spPr>
          <a:xfrm flipH="1" flipV="1">
            <a:off x="4454181" y="3847956"/>
            <a:ext cx="421445" cy="421445"/>
          </a:xfrm>
          <a:prstGeom prst="arc">
            <a:avLst>
              <a:gd name="adj1" fmla="val 10705393"/>
              <a:gd name="adj2" fmla="val 0"/>
            </a:avLst>
          </a:prstGeom>
          <a:ln w="12700">
            <a:solidFill>
              <a:srgbClr val="C00000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/>
          <p:cNvCxnSpPr/>
          <p:nvPr/>
        </p:nvCxnSpPr>
        <p:spPr>
          <a:xfrm>
            <a:off x="5255620" y="5739932"/>
            <a:ext cx="1653717" cy="0"/>
          </a:xfrm>
          <a:prstGeom prst="straightConnector1">
            <a:avLst/>
          </a:prstGeom>
          <a:ln w="15875"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6633696" y="5555266"/>
                <a:ext cx="82685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696" y="5555266"/>
                <a:ext cx="82685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接箭头连接符 47"/>
          <p:cNvCxnSpPr/>
          <p:nvPr/>
        </p:nvCxnSpPr>
        <p:spPr>
          <a:xfrm flipV="1">
            <a:off x="2925690" y="3025494"/>
            <a:ext cx="698581" cy="702639"/>
          </a:xfrm>
          <a:prstGeom prst="straightConnector1">
            <a:avLst/>
          </a:prstGeom>
          <a:ln w="15875"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/>
              <p:cNvSpPr txBox="1"/>
              <p:nvPr/>
            </p:nvSpPr>
            <p:spPr>
              <a:xfrm>
                <a:off x="3617073" y="2632457"/>
                <a:ext cx="3681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073" y="2632457"/>
                <a:ext cx="368114" cy="369332"/>
              </a:xfrm>
              <a:prstGeom prst="rect">
                <a:avLst/>
              </a:prstGeom>
              <a:blipFill>
                <a:blip r:embed="rId3"/>
                <a:stretch>
                  <a:fillRect l="-13115" r="-1639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3780682" y="5098532"/>
                <a:ext cx="3216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682" y="5098532"/>
                <a:ext cx="321627" cy="276999"/>
              </a:xfrm>
              <a:prstGeom prst="rect">
                <a:avLst/>
              </a:prstGeom>
              <a:blipFill>
                <a:blip r:embed="rId4"/>
                <a:stretch>
                  <a:fillRect l="-22642" r="-5660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3733681" y="4308544"/>
                <a:ext cx="326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681" y="4308544"/>
                <a:ext cx="326948" cy="276999"/>
              </a:xfrm>
              <a:prstGeom prst="rect">
                <a:avLst/>
              </a:prstGeom>
              <a:blipFill>
                <a:blip r:embed="rId5"/>
                <a:stretch>
                  <a:fillRect l="-22222" r="-5556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/>
              <p:cNvSpPr txBox="1"/>
              <p:nvPr/>
            </p:nvSpPr>
            <p:spPr>
              <a:xfrm>
                <a:off x="3735469" y="3507751"/>
                <a:ext cx="326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469" y="3507751"/>
                <a:ext cx="326948" cy="276999"/>
              </a:xfrm>
              <a:prstGeom prst="rect">
                <a:avLst/>
              </a:prstGeom>
              <a:blipFill>
                <a:blip r:embed="rId6"/>
                <a:stretch>
                  <a:fillRect l="-24528" r="-5660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1252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3</cp:revision>
  <dcterms:created xsi:type="dcterms:W3CDTF">2018-12-31T12:04:12Z</dcterms:created>
  <dcterms:modified xsi:type="dcterms:W3CDTF">2018-12-31T12:29:42Z</dcterms:modified>
</cp:coreProperties>
</file>