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2A576-2F6A-4BBA-B980-2B16BF0F5C0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490-B1AC-471B-B04A-A0D9A8B92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754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2A576-2F6A-4BBA-B980-2B16BF0F5C0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490-B1AC-471B-B04A-A0D9A8B92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702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2A576-2F6A-4BBA-B980-2B16BF0F5C0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490-B1AC-471B-B04A-A0D9A8B92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186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2A576-2F6A-4BBA-B980-2B16BF0F5C0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490-B1AC-471B-B04A-A0D9A8B92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668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2A576-2F6A-4BBA-B980-2B16BF0F5C0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490-B1AC-471B-B04A-A0D9A8B92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384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2A576-2F6A-4BBA-B980-2B16BF0F5C0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490-B1AC-471B-B04A-A0D9A8B92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497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2A576-2F6A-4BBA-B980-2B16BF0F5C0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490-B1AC-471B-B04A-A0D9A8B92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456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2A576-2F6A-4BBA-B980-2B16BF0F5C0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490-B1AC-471B-B04A-A0D9A8B92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648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2A576-2F6A-4BBA-B980-2B16BF0F5C0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490-B1AC-471B-B04A-A0D9A8B92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122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2A576-2F6A-4BBA-B980-2B16BF0F5C0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490-B1AC-471B-B04A-A0D9A8B92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931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2A576-2F6A-4BBA-B980-2B16BF0F5C0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490-B1AC-471B-B04A-A0D9A8B92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649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2A576-2F6A-4BBA-B980-2B16BF0F5C01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B8490-B1AC-471B-B04A-A0D9A8B92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35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3132071" y="1827795"/>
            <a:ext cx="5927523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132070" y="3219324"/>
            <a:ext cx="5927523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132071" y="4610853"/>
            <a:ext cx="5927523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3132070" y="1827795"/>
            <a:ext cx="1" cy="278305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154281" y="1827795"/>
            <a:ext cx="0" cy="278305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9059593" y="1827795"/>
            <a:ext cx="1" cy="278305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3537745" y="1915828"/>
            <a:ext cx="2210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u="sng" dirty="0" smtClean="0"/>
              <a:t>Ferromagnetic</a:t>
            </a:r>
            <a:endParaRPr lang="zh-CN" altLang="en-US" sz="2400" b="1" u="sng" dirty="0"/>
          </a:p>
        </p:txBody>
      </p:sp>
      <p:grpSp>
        <p:nvGrpSpPr>
          <p:cNvPr id="32" name="组合 31"/>
          <p:cNvGrpSpPr/>
          <p:nvPr/>
        </p:nvGrpSpPr>
        <p:grpSpPr>
          <a:xfrm>
            <a:off x="3595942" y="2509746"/>
            <a:ext cx="2094468" cy="541941"/>
            <a:chOff x="3641040" y="1171298"/>
            <a:chExt cx="2094468" cy="541941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3641040" y="1171298"/>
              <a:ext cx="0" cy="541941"/>
            </a:xfrm>
            <a:prstGeom prst="line">
              <a:avLst/>
            </a:prstGeom>
            <a:ln w="31750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4059934" y="1171298"/>
              <a:ext cx="0" cy="541941"/>
            </a:xfrm>
            <a:prstGeom prst="line">
              <a:avLst/>
            </a:prstGeom>
            <a:ln w="31750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4478828" y="1171298"/>
              <a:ext cx="0" cy="541941"/>
            </a:xfrm>
            <a:prstGeom prst="line">
              <a:avLst/>
            </a:prstGeom>
            <a:ln w="31750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4897722" y="1171298"/>
              <a:ext cx="0" cy="541941"/>
            </a:xfrm>
            <a:prstGeom prst="line">
              <a:avLst/>
            </a:prstGeom>
            <a:ln w="31750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5316616" y="1171298"/>
              <a:ext cx="0" cy="541941"/>
            </a:xfrm>
            <a:prstGeom prst="line">
              <a:avLst/>
            </a:prstGeom>
            <a:ln w="31750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5735508" y="1171298"/>
              <a:ext cx="0" cy="541941"/>
            </a:xfrm>
            <a:prstGeom prst="line">
              <a:avLst/>
            </a:prstGeom>
            <a:ln w="31750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文本框 32"/>
          <p:cNvSpPr txBox="1"/>
          <p:nvPr/>
        </p:nvSpPr>
        <p:spPr>
          <a:xfrm>
            <a:off x="6272462" y="1942788"/>
            <a:ext cx="26689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/>
              <a:t>Magnetic moments are aligned.</a:t>
            </a:r>
            <a:endParaRPr lang="zh-CN" altLang="en-US" sz="2000" b="1" dirty="0"/>
          </a:p>
        </p:txBody>
      </p:sp>
      <p:sp>
        <p:nvSpPr>
          <p:cNvPr id="34" name="文本框 33"/>
          <p:cNvSpPr txBox="1"/>
          <p:nvPr/>
        </p:nvSpPr>
        <p:spPr>
          <a:xfrm>
            <a:off x="3296248" y="3321254"/>
            <a:ext cx="2739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u="sng" dirty="0" smtClean="0"/>
              <a:t>Antiferromagnetic</a:t>
            </a:r>
            <a:endParaRPr lang="zh-CN" altLang="en-US" sz="2400" b="1" u="sng" dirty="0"/>
          </a:p>
        </p:txBody>
      </p:sp>
      <p:grpSp>
        <p:nvGrpSpPr>
          <p:cNvPr id="43" name="组合 42"/>
          <p:cNvGrpSpPr/>
          <p:nvPr/>
        </p:nvGrpSpPr>
        <p:grpSpPr>
          <a:xfrm>
            <a:off x="3537745" y="3869663"/>
            <a:ext cx="2152665" cy="541941"/>
            <a:chOff x="3537745" y="2610566"/>
            <a:chExt cx="2152665" cy="541941"/>
          </a:xfrm>
        </p:grpSpPr>
        <p:cxnSp>
          <p:nvCxnSpPr>
            <p:cNvPr id="35" name="直接连接符 34"/>
            <p:cNvCxnSpPr/>
            <p:nvPr/>
          </p:nvCxnSpPr>
          <p:spPr>
            <a:xfrm>
              <a:off x="3537745" y="2610566"/>
              <a:ext cx="0" cy="541941"/>
            </a:xfrm>
            <a:prstGeom prst="line">
              <a:avLst/>
            </a:prstGeom>
            <a:ln w="31750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4398811" y="2610566"/>
              <a:ext cx="0" cy="541941"/>
            </a:xfrm>
            <a:prstGeom prst="line">
              <a:avLst/>
            </a:prstGeom>
            <a:ln w="31750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5259877" y="2610566"/>
              <a:ext cx="0" cy="541941"/>
            </a:xfrm>
            <a:prstGeom prst="line">
              <a:avLst/>
            </a:prstGeom>
            <a:ln w="31750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V="1">
              <a:off x="3968278" y="2610566"/>
              <a:ext cx="0" cy="520181"/>
            </a:xfrm>
            <a:prstGeom prst="line">
              <a:avLst/>
            </a:prstGeom>
            <a:ln w="31750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V="1">
              <a:off x="4829344" y="2610566"/>
              <a:ext cx="0" cy="520181"/>
            </a:xfrm>
            <a:prstGeom prst="line">
              <a:avLst/>
            </a:prstGeom>
            <a:ln w="31750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V="1">
              <a:off x="5690410" y="2610566"/>
              <a:ext cx="0" cy="520181"/>
            </a:xfrm>
            <a:prstGeom prst="line">
              <a:avLst/>
            </a:prstGeom>
            <a:ln w="31750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/>
          <p:cNvSpPr txBox="1"/>
          <p:nvPr/>
        </p:nvSpPr>
        <p:spPr>
          <a:xfrm>
            <a:off x="6214013" y="3334317"/>
            <a:ext cx="27858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/>
              <a:t>Zero net magnetic moment at sufficiently low temperatures.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23899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16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8</cp:revision>
  <cp:lastPrinted>2018-12-24T09:15:01Z</cp:lastPrinted>
  <dcterms:created xsi:type="dcterms:W3CDTF">2018-12-24T07:36:27Z</dcterms:created>
  <dcterms:modified xsi:type="dcterms:W3CDTF">2018-12-24T09:20:05Z</dcterms:modified>
</cp:coreProperties>
</file>