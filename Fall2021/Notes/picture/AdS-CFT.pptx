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420" y="-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71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43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29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3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984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06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18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47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209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63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28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586E-30FD-4540-8996-E54308E241AE}" type="datetimeFigureOut">
              <a:rPr lang="zh-CN" altLang="en-US" smtClean="0"/>
              <a:t>2019/1/1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341FB-260E-4E9B-A305-57F3879F35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4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弧形 4"/>
          <p:cNvSpPr/>
          <p:nvPr/>
        </p:nvSpPr>
        <p:spPr>
          <a:xfrm>
            <a:off x="1020726" y="-1226505"/>
            <a:ext cx="10185991" cy="3713870"/>
          </a:xfrm>
          <a:prstGeom prst="arc">
            <a:avLst>
              <a:gd name="adj1" fmla="val 8049006"/>
              <a:gd name="adj2" fmla="val 10053064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5"/>
          <p:cNvSpPr/>
          <p:nvPr/>
        </p:nvSpPr>
        <p:spPr>
          <a:xfrm>
            <a:off x="-42530" y="-1005757"/>
            <a:ext cx="14247629" cy="3713870"/>
          </a:xfrm>
          <a:prstGeom prst="arc">
            <a:avLst>
              <a:gd name="adj1" fmla="val 8617766"/>
              <a:gd name="adj2" fmla="val 970783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 flipV="1">
            <a:off x="1020726" y="3144130"/>
            <a:ext cx="10185991" cy="3713870"/>
          </a:xfrm>
          <a:prstGeom prst="arc">
            <a:avLst>
              <a:gd name="adj1" fmla="val 8038467"/>
              <a:gd name="adj2" fmla="val 10053064"/>
            </a:avLst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/>
          <p:cNvSpPr/>
          <p:nvPr/>
        </p:nvSpPr>
        <p:spPr>
          <a:xfrm flipV="1">
            <a:off x="1936034" y="3601246"/>
            <a:ext cx="9419537" cy="4819739"/>
          </a:xfrm>
          <a:prstGeom prst="arc">
            <a:avLst>
              <a:gd name="adj1" fmla="val 7892678"/>
              <a:gd name="adj2" fmla="val 9734524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1765004" y="1616149"/>
            <a:ext cx="2939374" cy="3140471"/>
            <a:chOff x="1807592" y="1622919"/>
            <a:chExt cx="2941802" cy="3140471"/>
          </a:xfrm>
        </p:grpSpPr>
        <p:sp>
          <p:nvSpPr>
            <p:cNvPr id="4" name="平行四边形 3"/>
            <p:cNvSpPr/>
            <p:nvPr/>
          </p:nvSpPr>
          <p:spPr>
            <a:xfrm rot="5400000">
              <a:off x="684293" y="2746218"/>
              <a:ext cx="3140471" cy="893874"/>
            </a:xfrm>
            <a:prstGeom prst="parallelogram">
              <a:avLst>
                <a:gd name="adj" fmla="val 75701"/>
              </a:avLst>
            </a:prstGeom>
            <a:solidFill>
              <a:srgbClr val="7030A0">
                <a:alpha val="36000"/>
              </a:srgb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>
              <a:stCxn id="6" idx="0"/>
              <a:endCxn id="8" idx="0"/>
            </p:cNvCxnSpPr>
            <p:nvPr/>
          </p:nvCxnSpPr>
          <p:spPr>
            <a:xfrm flipH="1">
              <a:off x="4745963" y="2608471"/>
              <a:ext cx="3431" cy="12146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463470" y="2402958"/>
              <a:ext cx="0" cy="877433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endCxn id="6" idx="0"/>
            </p:cNvCxnSpPr>
            <p:nvPr/>
          </p:nvCxnSpPr>
          <p:spPr>
            <a:xfrm>
              <a:off x="4463470" y="2376991"/>
              <a:ext cx="285924" cy="2314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endCxn id="8" idx="0"/>
            </p:cNvCxnSpPr>
            <p:nvPr/>
          </p:nvCxnSpPr>
          <p:spPr>
            <a:xfrm>
              <a:off x="4463470" y="3280391"/>
              <a:ext cx="282493" cy="542686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/>
              <p:cNvSpPr txBox="1"/>
              <p:nvPr/>
            </p:nvSpPr>
            <p:spPr>
              <a:xfrm>
                <a:off x="1818340" y="3006546"/>
                <a:ext cx="839800" cy="43088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CFT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6" name="文本框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340" y="3006546"/>
                <a:ext cx="839800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本框 57"/>
              <p:cNvSpPr txBox="1"/>
              <p:nvPr/>
            </p:nvSpPr>
            <p:spPr>
              <a:xfrm>
                <a:off x="3625873" y="4278553"/>
                <a:ext cx="839800" cy="430887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AdS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8" name="文本框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873" y="4278553"/>
                <a:ext cx="839800" cy="430887"/>
              </a:xfrm>
              <a:prstGeom prst="rect">
                <a:avLst/>
              </a:prstGeom>
              <a:blipFill>
                <a:blip r:embed="rId3"/>
                <a:stretch>
                  <a:fillRect l="-725" r="-28986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接箭头连接符 59"/>
          <p:cNvCxnSpPr/>
          <p:nvPr/>
        </p:nvCxnSpPr>
        <p:spPr>
          <a:xfrm>
            <a:off x="2402958" y="5231219"/>
            <a:ext cx="304091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/>
              <p:cNvSpPr txBox="1"/>
              <p:nvPr/>
            </p:nvSpPr>
            <p:spPr>
              <a:xfrm>
                <a:off x="5495253" y="5046553"/>
                <a:ext cx="239296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253" y="5046553"/>
                <a:ext cx="239296" cy="369332"/>
              </a:xfrm>
              <a:prstGeom prst="rect">
                <a:avLst/>
              </a:prstGeom>
              <a:blipFill>
                <a:blip r:embed="rId4"/>
                <a:stretch>
                  <a:fillRect l="-12500" r="-10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22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4</cp:revision>
  <dcterms:created xsi:type="dcterms:W3CDTF">2018-12-31T15:50:07Z</dcterms:created>
  <dcterms:modified xsi:type="dcterms:W3CDTF">2018-12-31T16:15:13Z</dcterms:modified>
</cp:coreProperties>
</file>