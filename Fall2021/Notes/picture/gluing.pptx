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30" d="100"/>
          <a:sy n="130" d="100"/>
        </p:scale>
        <p:origin x="-258" y="-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46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64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06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21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460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431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48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29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95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06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610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D2C39-8A50-418D-BBB1-AB611F303AC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15098-5FC1-4D13-83AF-FD16FB1329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35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1932039" y="1499647"/>
            <a:ext cx="4793226" cy="2524352"/>
          </a:xfrm>
          <a:custGeom>
            <a:avLst/>
            <a:gdLst>
              <a:gd name="connsiteX0" fmla="*/ 2306851 w 6319831"/>
              <a:gd name="connsiteY0" fmla="*/ 516637 h 2795308"/>
              <a:gd name="connsiteX1" fmla="*/ 1353262 w 6319831"/>
              <a:gd name="connsiteY1" fmla="*/ 20248 h 2795308"/>
              <a:gd name="connsiteX2" fmla="*/ 125353 w 6319831"/>
              <a:gd name="connsiteY2" fmla="*/ 751768 h 2795308"/>
              <a:gd name="connsiteX3" fmla="*/ 321296 w 6319831"/>
              <a:gd name="connsiteY3" fmla="*/ 2345437 h 2795308"/>
              <a:gd name="connsiteX4" fmla="*/ 2607296 w 6319831"/>
              <a:gd name="connsiteY4" fmla="*/ 2123368 h 2795308"/>
              <a:gd name="connsiteX5" fmla="*/ 5428873 w 6319831"/>
              <a:gd name="connsiteY5" fmla="*/ 2776511 h 2795308"/>
              <a:gd name="connsiteX6" fmla="*/ 6317148 w 6319831"/>
              <a:gd name="connsiteY6" fmla="*/ 1261220 h 2795308"/>
              <a:gd name="connsiteX7" fmla="*/ 5219868 w 6319831"/>
              <a:gd name="connsiteY7" fmla="*/ 7185 h 2795308"/>
              <a:gd name="connsiteX8" fmla="*/ 3168999 w 6319831"/>
              <a:gd name="connsiteY8" fmla="*/ 738705 h 2795308"/>
              <a:gd name="connsiteX9" fmla="*/ 2306851 w 6319831"/>
              <a:gd name="connsiteY9" fmla="*/ 516637 h 2795308"/>
              <a:gd name="connsiteX0" fmla="*/ 2306851 w 6319831"/>
              <a:gd name="connsiteY0" fmla="*/ 516637 h 2795308"/>
              <a:gd name="connsiteX1" fmla="*/ 1353262 w 6319831"/>
              <a:gd name="connsiteY1" fmla="*/ 20248 h 2795308"/>
              <a:gd name="connsiteX2" fmla="*/ 125353 w 6319831"/>
              <a:gd name="connsiteY2" fmla="*/ 751768 h 2795308"/>
              <a:gd name="connsiteX3" fmla="*/ 321296 w 6319831"/>
              <a:gd name="connsiteY3" fmla="*/ 2345437 h 2795308"/>
              <a:gd name="connsiteX4" fmla="*/ 2607296 w 6319831"/>
              <a:gd name="connsiteY4" fmla="*/ 2123368 h 2795308"/>
              <a:gd name="connsiteX5" fmla="*/ 5428873 w 6319831"/>
              <a:gd name="connsiteY5" fmla="*/ 2776511 h 2795308"/>
              <a:gd name="connsiteX6" fmla="*/ 6317148 w 6319831"/>
              <a:gd name="connsiteY6" fmla="*/ 1261220 h 2795308"/>
              <a:gd name="connsiteX7" fmla="*/ 5219868 w 6319831"/>
              <a:gd name="connsiteY7" fmla="*/ 7185 h 2795308"/>
              <a:gd name="connsiteX8" fmla="*/ 3168999 w 6319831"/>
              <a:gd name="connsiteY8" fmla="*/ 738705 h 2795308"/>
              <a:gd name="connsiteX9" fmla="*/ 2306851 w 6319831"/>
              <a:gd name="connsiteY9" fmla="*/ 516637 h 2795308"/>
              <a:gd name="connsiteX0" fmla="*/ 2306851 w 6319831"/>
              <a:gd name="connsiteY0" fmla="*/ 425047 h 2795158"/>
              <a:gd name="connsiteX1" fmla="*/ 1353262 w 6319831"/>
              <a:gd name="connsiteY1" fmla="*/ 20098 h 2795158"/>
              <a:gd name="connsiteX2" fmla="*/ 125353 w 6319831"/>
              <a:gd name="connsiteY2" fmla="*/ 751618 h 2795158"/>
              <a:gd name="connsiteX3" fmla="*/ 321296 w 6319831"/>
              <a:gd name="connsiteY3" fmla="*/ 2345287 h 2795158"/>
              <a:gd name="connsiteX4" fmla="*/ 2607296 w 6319831"/>
              <a:gd name="connsiteY4" fmla="*/ 2123218 h 2795158"/>
              <a:gd name="connsiteX5" fmla="*/ 5428873 w 6319831"/>
              <a:gd name="connsiteY5" fmla="*/ 2776361 h 2795158"/>
              <a:gd name="connsiteX6" fmla="*/ 6317148 w 6319831"/>
              <a:gd name="connsiteY6" fmla="*/ 1261070 h 2795158"/>
              <a:gd name="connsiteX7" fmla="*/ 5219868 w 6319831"/>
              <a:gd name="connsiteY7" fmla="*/ 7035 h 2795158"/>
              <a:gd name="connsiteX8" fmla="*/ 3168999 w 6319831"/>
              <a:gd name="connsiteY8" fmla="*/ 738555 h 2795158"/>
              <a:gd name="connsiteX9" fmla="*/ 2306851 w 6319831"/>
              <a:gd name="connsiteY9" fmla="*/ 425047 h 2795158"/>
              <a:gd name="connsiteX0" fmla="*/ 2306851 w 6319831"/>
              <a:gd name="connsiteY0" fmla="*/ 425941 h 2796052"/>
              <a:gd name="connsiteX1" fmla="*/ 1353262 w 6319831"/>
              <a:gd name="connsiteY1" fmla="*/ 20992 h 2796052"/>
              <a:gd name="connsiteX2" fmla="*/ 125353 w 6319831"/>
              <a:gd name="connsiteY2" fmla="*/ 752512 h 2796052"/>
              <a:gd name="connsiteX3" fmla="*/ 321296 w 6319831"/>
              <a:gd name="connsiteY3" fmla="*/ 2346181 h 2796052"/>
              <a:gd name="connsiteX4" fmla="*/ 2607296 w 6319831"/>
              <a:gd name="connsiteY4" fmla="*/ 2124112 h 2796052"/>
              <a:gd name="connsiteX5" fmla="*/ 5428873 w 6319831"/>
              <a:gd name="connsiteY5" fmla="*/ 2777255 h 2796052"/>
              <a:gd name="connsiteX6" fmla="*/ 6317148 w 6319831"/>
              <a:gd name="connsiteY6" fmla="*/ 1261964 h 2796052"/>
              <a:gd name="connsiteX7" fmla="*/ 5219868 w 6319831"/>
              <a:gd name="connsiteY7" fmla="*/ 7929 h 2796052"/>
              <a:gd name="connsiteX8" fmla="*/ 3286565 w 6319831"/>
              <a:gd name="connsiteY8" fmla="*/ 648009 h 2796052"/>
              <a:gd name="connsiteX9" fmla="*/ 2306851 w 6319831"/>
              <a:gd name="connsiteY9" fmla="*/ 425941 h 2796052"/>
              <a:gd name="connsiteX0" fmla="*/ 2306851 w 6319831"/>
              <a:gd name="connsiteY0" fmla="*/ 426232 h 2796343"/>
              <a:gd name="connsiteX1" fmla="*/ 1353262 w 6319831"/>
              <a:gd name="connsiteY1" fmla="*/ 21283 h 2796343"/>
              <a:gd name="connsiteX2" fmla="*/ 125353 w 6319831"/>
              <a:gd name="connsiteY2" fmla="*/ 752803 h 2796343"/>
              <a:gd name="connsiteX3" fmla="*/ 321296 w 6319831"/>
              <a:gd name="connsiteY3" fmla="*/ 2346472 h 2796343"/>
              <a:gd name="connsiteX4" fmla="*/ 2607296 w 6319831"/>
              <a:gd name="connsiteY4" fmla="*/ 2124403 h 2796343"/>
              <a:gd name="connsiteX5" fmla="*/ 5428873 w 6319831"/>
              <a:gd name="connsiteY5" fmla="*/ 2777546 h 2796343"/>
              <a:gd name="connsiteX6" fmla="*/ 6317148 w 6319831"/>
              <a:gd name="connsiteY6" fmla="*/ 1262255 h 2796343"/>
              <a:gd name="connsiteX7" fmla="*/ 5219868 w 6319831"/>
              <a:gd name="connsiteY7" fmla="*/ 8220 h 2796343"/>
              <a:gd name="connsiteX8" fmla="*/ 3286565 w 6319831"/>
              <a:gd name="connsiteY8" fmla="*/ 648300 h 2796343"/>
              <a:gd name="connsiteX9" fmla="*/ 2306851 w 6319831"/>
              <a:gd name="connsiteY9" fmla="*/ 426232 h 2796343"/>
              <a:gd name="connsiteX0" fmla="*/ 2306851 w 6325657"/>
              <a:gd name="connsiteY0" fmla="*/ 410589 h 2780700"/>
              <a:gd name="connsiteX1" fmla="*/ 1353262 w 6325657"/>
              <a:gd name="connsiteY1" fmla="*/ 5640 h 2780700"/>
              <a:gd name="connsiteX2" fmla="*/ 125353 w 6325657"/>
              <a:gd name="connsiteY2" fmla="*/ 737160 h 2780700"/>
              <a:gd name="connsiteX3" fmla="*/ 321296 w 6325657"/>
              <a:gd name="connsiteY3" fmla="*/ 2330829 h 2780700"/>
              <a:gd name="connsiteX4" fmla="*/ 2607296 w 6325657"/>
              <a:gd name="connsiteY4" fmla="*/ 2108760 h 2780700"/>
              <a:gd name="connsiteX5" fmla="*/ 5428873 w 6325657"/>
              <a:gd name="connsiteY5" fmla="*/ 2761903 h 2780700"/>
              <a:gd name="connsiteX6" fmla="*/ 6317148 w 6325657"/>
              <a:gd name="connsiteY6" fmla="*/ 1246612 h 2780700"/>
              <a:gd name="connsiteX7" fmla="*/ 5023925 w 6325657"/>
              <a:gd name="connsiteY7" fmla="*/ 44829 h 2780700"/>
              <a:gd name="connsiteX8" fmla="*/ 3286565 w 6325657"/>
              <a:gd name="connsiteY8" fmla="*/ 632657 h 2780700"/>
              <a:gd name="connsiteX9" fmla="*/ 2306851 w 6325657"/>
              <a:gd name="connsiteY9" fmla="*/ 410589 h 2780700"/>
              <a:gd name="connsiteX0" fmla="*/ 2306851 w 6325657"/>
              <a:gd name="connsiteY0" fmla="*/ 410589 h 2780700"/>
              <a:gd name="connsiteX1" fmla="*/ 1353262 w 6325657"/>
              <a:gd name="connsiteY1" fmla="*/ 5640 h 2780700"/>
              <a:gd name="connsiteX2" fmla="*/ 125353 w 6325657"/>
              <a:gd name="connsiteY2" fmla="*/ 737160 h 2780700"/>
              <a:gd name="connsiteX3" fmla="*/ 321296 w 6325657"/>
              <a:gd name="connsiteY3" fmla="*/ 2330829 h 2780700"/>
              <a:gd name="connsiteX4" fmla="*/ 2607296 w 6325657"/>
              <a:gd name="connsiteY4" fmla="*/ 2108760 h 2780700"/>
              <a:gd name="connsiteX5" fmla="*/ 5428873 w 6325657"/>
              <a:gd name="connsiteY5" fmla="*/ 2761903 h 2780700"/>
              <a:gd name="connsiteX6" fmla="*/ 6317148 w 6325657"/>
              <a:gd name="connsiteY6" fmla="*/ 1246612 h 2780700"/>
              <a:gd name="connsiteX7" fmla="*/ 5023925 w 6325657"/>
              <a:gd name="connsiteY7" fmla="*/ 44829 h 2780700"/>
              <a:gd name="connsiteX8" fmla="*/ 3286565 w 6325657"/>
              <a:gd name="connsiteY8" fmla="*/ 632657 h 2780700"/>
              <a:gd name="connsiteX9" fmla="*/ 2306851 w 6325657"/>
              <a:gd name="connsiteY9" fmla="*/ 410589 h 2780700"/>
              <a:gd name="connsiteX0" fmla="*/ 2306851 w 6317727"/>
              <a:gd name="connsiteY0" fmla="*/ 410589 h 2780700"/>
              <a:gd name="connsiteX1" fmla="*/ 1353262 w 6317727"/>
              <a:gd name="connsiteY1" fmla="*/ 5640 h 2780700"/>
              <a:gd name="connsiteX2" fmla="*/ 125353 w 6317727"/>
              <a:gd name="connsiteY2" fmla="*/ 737160 h 2780700"/>
              <a:gd name="connsiteX3" fmla="*/ 321296 w 6317727"/>
              <a:gd name="connsiteY3" fmla="*/ 2330829 h 2780700"/>
              <a:gd name="connsiteX4" fmla="*/ 2607296 w 6317727"/>
              <a:gd name="connsiteY4" fmla="*/ 2108760 h 2780700"/>
              <a:gd name="connsiteX5" fmla="*/ 5428873 w 6317727"/>
              <a:gd name="connsiteY5" fmla="*/ 2761903 h 2780700"/>
              <a:gd name="connsiteX6" fmla="*/ 6317148 w 6317727"/>
              <a:gd name="connsiteY6" fmla="*/ 1246612 h 2780700"/>
              <a:gd name="connsiteX7" fmla="*/ 5023925 w 6317727"/>
              <a:gd name="connsiteY7" fmla="*/ 44829 h 2780700"/>
              <a:gd name="connsiteX8" fmla="*/ 3286565 w 6317727"/>
              <a:gd name="connsiteY8" fmla="*/ 632657 h 2780700"/>
              <a:gd name="connsiteX9" fmla="*/ 2306851 w 6317727"/>
              <a:gd name="connsiteY9" fmla="*/ 410589 h 2780700"/>
              <a:gd name="connsiteX0" fmla="*/ 2306851 w 6317594"/>
              <a:gd name="connsiteY0" fmla="*/ 410589 h 2783690"/>
              <a:gd name="connsiteX1" fmla="*/ 1353262 w 6317594"/>
              <a:gd name="connsiteY1" fmla="*/ 5640 h 2783690"/>
              <a:gd name="connsiteX2" fmla="*/ 125353 w 6317594"/>
              <a:gd name="connsiteY2" fmla="*/ 737160 h 2783690"/>
              <a:gd name="connsiteX3" fmla="*/ 321296 w 6317594"/>
              <a:gd name="connsiteY3" fmla="*/ 2330829 h 2783690"/>
              <a:gd name="connsiteX4" fmla="*/ 2607296 w 6317594"/>
              <a:gd name="connsiteY4" fmla="*/ 2108760 h 2783690"/>
              <a:gd name="connsiteX5" fmla="*/ 5428873 w 6317594"/>
              <a:gd name="connsiteY5" fmla="*/ 2761903 h 2783690"/>
              <a:gd name="connsiteX6" fmla="*/ 6317148 w 6317594"/>
              <a:gd name="connsiteY6" fmla="*/ 1246612 h 2783690"/>
              <a:gd name="connsiteX7" fmla="*/ 5023925 w 6317594"/>
              <a:gd name="connsiteY7" fmla="*/ 44829 h 2783690"/>
              <a:gd name="connsiteX8" fmla="*/ 3286565 w 6317594"/>
              <a:gd name="connsiteY8" fmla="*/ 632657 h 2783690"/>
              <a:gd name="connsiteX9" fmla="*/ 2306851 w 6317594"/>
              <a:gd name="connsiteY9" fmla="*/ 410589 h 2783690"/>
              <a:gd name="connsiteX0" fmla="*/ 2284404 w 6295147"/>
              <a:gd name="connsiteY0" fmla="*/ 436420 h 2809521"/>
              <a:gd name="connsiteX1" fmla="*/ 1004243 w 6295147"/>
              <a:gd name="connsiteY1" fmla="*/ 5345 h 2809521"/>
              <a:gd name="connsiteX2" fmla="*/ 102906 w 6295147"/>
              <a:gd name="connsiteY2" fmla="*/ 762991 h 2809521"/>
              <a:gd name="connsiteX3" fmla="*/ 298849 w 6295147"/>
              <a:gd name="connsiteY3" fmla="*/ 2356660 h 2809521"/>
              <a:gd name="connsiteX4" fmla="*/ 2584849 w 6295147"/>
              <a:gd name="connsiteY4" fmla="*/ 2134591 h 2809521"/>
              <a:gd name="connsiteX5" fmla="*/ 5406426 w 6295147"/>
              <a:gd name="connsiteY5" fmla="*/ 2787734 h 2809521"/>
              <a:gd name="connsiteX6" fmla="*/ 6294701 w 6295147"/>
              <a:gd name="connsiteY6" fmla="*/ 1272443 h 2809521"/>
              <a:gd name="connsiteX7" fmla="*/ 5001478 w 6295147"/>
              <a:gd name="connsiteY7" fmla="*/ 70660 h 2809521"/>
              <a:gd name="connsiteX8" fmla="*/ 3264118 w 6295147"/>
              <a:gd name="connsiteY8" fmla="*/ 658488 h 2809521"/>
              <a:gd name="connsiteX9" fmla="*/ 2284404 w 6295147"/>
              <a:gd name="connsiteY9" fmla="*/ 436420 h 2809521"/>
              <a:gd name="connsiteX0" fmla="*/ 2309907 w 6320650"/>
              <a:gd name="connsiteY0" fmla="*/ 441646 h 2814747"/>
              <a:gd name="connsiteX1" fmla="*/ 1029746 w 6320650"/>
              <a:gd name="connsiteY1" fmla="*/ 10571 h 2814747"/>
              <a:gd name="connsiteX2" fmla="*/ 89221 w 6320650"/>
              <a:gd name="connsiteY2" fmla="*/ 924971 h 2814747"/>
              <a:gd name="connsiteX3" fmla="*/ 324352 w 6320650"/>
              <a:gd name="connsiteY3" fmla="*/ 2361886 h 2814747"/>
              <a:gd name="connsiteX4" fmla="*/ 2610352 w 6320650"/>
              <a:gd name="connsiteY4" fmla="*/ 2139817 h 2814747"/>
              <a:gd name="connsiteX5" fmla="*/ 5431929 w 6320650"/>
              <a:gd name="connsiteY5" fmla="*/ 2792960 h 2814747"/>
              <a:gd name="connsiteX6" fmla="*/ 6320204 w 6320650"/>
              <a:gd name="connsiteY6" fmla="*/ 1277669 h 2814747"/>
              <a:gd name="connsiteX7" fmla="*/ 5026981 w 6320650"/>
              <a:gd name="connsiteY7" fmla="*/ 75886 h 2814747"/>
              <a:gd name="connsiteX8" fmla="*/ 3289621 w 6320650"/>
              <a:gd name="connsiteY8" fmla="*/ 663714 h 2814747"/>
              <a:gd name="connsiteX9" fmla="*/ 2309907 w 6320650"/>
              <a:gd name="connsiteY9" fmla="*/ 441646 h 2814747"/>
              <a:gd name="connsiteX0" fmla="*/ 2271583 w 6282326"/>
              <a:gd name="connsiteY0" fmla="*/ 441646 h 2814747"/>
              <a:gd name="connsiteX1" fmla="*/ 991422 w 6282326"/>
              <a:gd name="connsiteY1" fmla="*/ 10571 h 2814747"/>
              <a:gd name="connsiteX2" fmla="*/ 50897 w 6282326"/>
              <a:gd name="connsiteY2" fmla="*/ 924971 h 2814747"/>
              <a:gd name="connsiteX3" fmla="*/ 286028 w 6282326"/>
              <a:gd name="connsiteY3" fmla="*/ 2361886 h 2814747"/>
              <a:gd name="connsiteX4" fmla="*/ 2572028 w 6282326"/>
              <a:gd name="connsiteY4" fmla="*/ 2139817 h 2814747"/>
              <a:gd name="connsiteX5" fmla="*/ 5393605 w 6282326"/>
              <a:gd name="connsiteY5" fmla="*/ 2792960 h 2814747"/>
              <a:gd name="connsiteX6" fmla="*/ 6281880 w 6282326"/>
              <a:gd name="connsiteY6" fmla="*/ 1277669 h 2814747"/>
              <a:gd name="connsiteX7" fmla="*/ 4988657 w 6282326"/>
              <a:gd name="connsiteY7" fmla="*/ 75886 h 2814747"/>
              <a:gd name="connsiteX8" fmla="*/ 3251297 w 6282326"/>
              <a:gd name="connsiteY8" fmla="*/ 663714 h 2814747"/>
              <a:gd name="connsiteX9" fmla="*/ 2271583 w 6282326"/>
              <a:gd name="connsiteY9" fmla="*/ 441646 h 2814747"/>
              <a:gd name="connsiteX0" fmla="*/ 2378358 w 6389101"/>
              <a:gd name="connsiteY0" fmla="*/ 441646 h 2814747"/>
              <a:gd name="connsiteX1" fmla="*/ 1098197 w 6389101"/>
              <a:gd name="connsiteY1" fmla="*/ 10571 h 2814747"/>
              <a:gd name="connsiteX2" fmla="*/ 157672 w 6389101"/>
              <a:gd name="connsiteY2" fmla="*/ 924971 h 2814747"/>
              <a:gd name="connsiteX3" fmla="*/ 392803 w 6389101"/>
              <a:gd name="connsiteY3" fmla="*/ 2361886 h 2814747"/>
              <a:gd name="connsiteX4" fmla="*/ 2678803 w 6389101"/>
              <a:gd name="connsiteY4" fmla="*/ 2139817 h 2814747"/>
              <a:gd name="connsiteX5" fmla="*/ 5500380 w 6389101"/>
              <a:gd name="connsiteY5" fmla="*/ 2792960 h 2814747"/>
              <a:gd name="connsiteX6" fmla="*/ 6388655 w 6389101"/>
              <a:gd name="connsiteY6" fmla="*/ 1277669 h 2814747"/>
              <a:gd name="connsiteX7" fmla="*/ 5095432 w 6389101"/>
              <a:gd name="connsiteY7" fmla="*/ 75886 h 2814747"/>
              <a:gd name="connsiteX8" fmla="*/ 3358072 w 6389101"/>
              <a:gd name="connsiteY8" fmla="*/ 663714 h 2814747"/>
              <a:gd name="connsiteX9" fmla="*/ 2378358 w 6389101"/>
              <a:gd name="connsiteY9" fmla="*/ 441646 h 2814747"/>
              <a:gd name="connsiteX0" fmla="*/ 2309908 w 6320651"/>
              <a:gd name="connsiteY0" fmla="*/ 441646 h 2814747"/>
              <a:gd name="connsiteX1" fmla="*/ 1029747 w 6320651"/>
              <a:gd name="connsiteY1" fmla="*/ 10571 h 2814747"/>
              <a:gd name="connsiteX2" fmla="*/ 89222 w 6320651"/>
              <a:gd name="connsiteY2" fmla="*/ 924971 h 2814747"/>
              <a:gd name="connsiteX3" fmla="*/ 324353 w 6320651"/>
              <a:gd name="connsiteY3" fmla="*/ 2361886 h 2814747"/>
              <a:gd name="connsiteX4" fmla="*/ 2610353 w 6320651"/>
              <a:gd name="connsiteY4" fmla="*/ 2139817 h 2814747"/>
              <a:gd name="connsiteX5" fmla="*/ 5431930 w 6320651"/>
              <a:gd name="connsiteY5" fmla="*/ 2792960 h 2814747"/>
              <a:gd name="connsiteX6" fmla="*/ 6320205 w 6320651"/>
              <a:gd name="connsiteY6" fmla="*/ 1277669 h 2814747"/>
              <a:gd name="connsiteX7" fmla="*/ 5026982 w 6320651"/>
              <a:gd name="connsiteY7" fmla="*/ 75886 h 2814747"/>
              <a:gd name="connsiteX8" fmla="*/ 3289622 w 6320651"/>
              <a:gd name="connsiteY8" fmla="*/ 663714 h 2814747"/>
              <a:gd name="connsiteX9" fmla="*/ 2309908 w 6320651"/>
              <a:gd name="connsiteY9" fmla="*/ 441646 h 2814747"/>
              <a:gd name="connsiteX0" fmla="*/ 2366400 w 6377143"/>
              <a:gd name="connsiteY0" fmla="*/ 441646 h 2814747"/>
              <a:gd name="connsiteX1" fmla="*/ 1086239 w 6377143"/>
              <a:gd name="connsiteY1" fmla="*/ 10571 h 2814747"/>
              <a:gd name="connsiteX2" fmla="*/ 67336 w 6377143"/>
              <a:gd name="connsiteY2" fmla="*/ 924971 h 2814747"/>
              <a:gd name="connsiteX3" fmla="*/ 380845 w 6377143"/>
              <a:gd name="connsiteY3" fmla="*/ 2361886 h 2814747"/>
              <a:gd name="connsiteX4" fmla="*/ 2666845 w 6377143"/>
              <a:gd name="connsiteY4" fmla="*/ 2139817 h 2814747"/>
              <a:gd name="connsiteX5" fmla="*/ 5488422 w 6377143"/>
              <a:gd name="connsiteY5" fmla="*/ 2792960 h 2814747"/>
              <a:gd name="connsiteX6" fmla="*/ 6376697 w 6377143"/>
              <a:gd name="connsiteY6" fmla="*/ 1277669 h 2814747"/>
              <a:gd name="connsiteX7" fmla="*/ 5083474 w 6377143"/>
              <a:gd name="connsiteY7" fmla="*/ 75886 h 2814747"/>
              <a:gd name="connsiteX8" fmla="*/ 3346114 w 6377143"/>
              <a:gd name="connsiteY8" fmla="*/ 663714 h 2814747"/>
              <a:gd name="connsiteX9" fmla="*/ 2366400 w 6377143"/>
              <a:gd name="connsiteY9" fmla="*/ 441646 h 2814747"/>
              <a:gd name="connsiteX0" fmla="*/ 2319189 w 6329932"/>
              <a:gd name="connsiteY0" fmla="*/ 441646 h 2815243"/>
              <a:gd name="connsiteX1" fmla="*/ 1039028 w 6329932"/>
              <a:gd name="connsiteY1" fmla="*/ 10571 h 2815243"/>
              <a:gd name="connsiteX2" fmla="*/ 20125 w 6329932"/>
              <a:gd name="connsiteY2" fmla="*/ 924971 h 2815243"/>
              <a:gd name="connsiteX3" fmla="*/ 542640 w 6329932"/>
              <a:gd name="connsiteY3" fmla="*/ 2244321 h 2815243"/>
              <a:gd name="connsiteX4" fmla="*/ 2619634 w 6329932"/>
              <a:gd name="connsiteY4" fmla="*/ 2139817 h 2815243"/>
              <a:gd name="connsiteX5" fmla="*/ 5441211 w 6329932"/>
              <a:gd name="connsiteY5" fmla="*/ 2792960 h 2815243"/>
              <a:gd name="connsiteX6" fmla="*/ 6329486 w 6329932"/>
              <a:gd name="connsiteY6" fmla="*/ 1277669 h 2815243"/>
              <a:gd name="connsiteX7" fmla="*/ 5036263 w 6329932"/>
              <a:gd name="connsiteY7" fmla="*/ 75886 h 2815243"/>
              <a:gd name="connsiteX8" fmla="*/ 3298903 w 6329932"/>
              <a:gd name="connsiteY8" fmla="*/ 663714 h 2815243"/>
              <a:gd name="connsiteX9" fmla="*/ 2319189 w 6329932"/>
              <a:gd name="connsiteY9" fmla="*/ 441646 h 2815243"/>
              <a:gd name="connsiteX0" fmla="*/ 2319189 w 6329932"/>
              <a:gd name="connsiteY0" fmla="*/ 441646 h 2815243"/>
              <a:gd name="connsiteX1" fmla="*/ 1039028 w 6329932"/>
              <a:gd name="connsiteY1" fmla="*/ 10571 h 2815243"/>
              <a:gd name="connsiteX2" fmla="*/ 20125 w 6329932"/>
              <a:gd name="connsiteY2" fmla="*/ 924971 h 2815243"/>
              <a:gd name="connsiteX3" fmla="*/ 542640 w 6329932"/>
              <a:gd name="connsiteY3" fmla="*/ 2244321 h 2815243"/>
              <a:gd name="connsiteX4" fmla="*/ 2619634 w 6329932"/>
              <a:gd name="connsiteY4" fmla="*/ 2139817 h 2815243"/>
              <a:gd name="connsiteX5" fmla="*/ 5441211 w 6329932"/>
              <a:gd name="connsiteY5" fmla="*/ 2792960 h 2815243"/>
              <a:gd name="connsiteX6" fmla="*/ 6329486 w 6329932"/>
              <a:gd name="connsiteY6" fmla="*/ 1277669 h 2815243"/>
              <a:gd name="connsiteX7" fmla="*/ 5036263 w 6329932"/>
              <a:gd name="connsiteY7" fmla="*/ 75886 h 2815243"/>
              <a:gd name="connsiteX8" fmla="*/ 3298903 w 6329932"/>
              <a:gd name="connsiteY8" fmla="*/ 663714 h 2815243"/>
              <a:gd name="connsiteX9" fmla="*/ 2319189 w 6329932"/>
              <a:gd name="connsiteY9" fmla="*/ 441646 h 2815243"/>
              <a:gd name="connsiteX0" fmla="*/ 2319189 w 6329932"/>
              <a:gd name="connsiteY0" fmla="*/ 447977 h 2821574"/>
              <a:gd name="connsiteX1" fmla="*/ 1039028 w 6329932"/>
              <a:gd name="connsiteY1" fmla="*/ 16902 h 2821574"/>
              <a:gd name="connsiteX2" fmla="*/ 20125 w 6329932"/>
              <a:gd name="connsiteY2" fmla="*/ 931302 h 2821574"/>
              <a:gd name="connsiteX3" fmla="*/ 542640 w 6329932"/>
              <a:gd name="connsiteY3" fmla="*/ 2250652 h 2821574"/>
              <a:gd name="connsiteX4" fmla="*/ 2619634 w 6329932"/>
              <a:gd name="connsiteY4" fmla="*/ 2146148 h 2821574"/>
              <a:gd name="connsiteX5" fmla="*/ 5441211 w 6329932"/>
              <a:gd name="connsiteY5" fmla="*/ 2799291 h 2821574"/>
              <a:gd name="connsiteX6" fmla="*/ 6329486 w 6329932"/>
              <a:gd name="connsiteY6" fmla="*/ 1284000 h 2821574"/>
              <a:gd name="connsiteX7" fmla="*/ 5036263 w 6329932"/>
              <a:gd name="connsiteY7" fmla="*/ 82217 h 2821574"/>
              <a:gd name="connsiteX8" fmla="*/ 3298903 w 6329932"/>
              <a:gd name="connsiteY8" fmla="*/ 670045 h 2821574"/>
              <a:gd name="connsiteX9" fmla="*/ 2319189 w 6329932"/>
              <a:gd name="connsiteY9" fmla="*/ 447977 h 2821574"/>
              <a:gd name="connsiteX0" fmla="*/ 2353385 w 6364128"/>
              <a:gd name="connsiteY0" fmla="*/ 447977 h 2821574"/>
              <a:gd name="connsiteX1" fmla="*/ 1073224 w 6364128"/>
              <a:gd name="connsiteY1" fmla="*/ 16902 h 2821574"/>
              <a:gd name="connsiteX2" fmla="*/ 54321 w 6364128"/>
              <a:gd name="connsiteY2" fmla="*/ 931302 h 2821574"/>
              <a:gd name="connsiteX3" fmla="*/ 576836 w 6364128"/>
              <a:gd name="connsiteY3" fmla="*/ 2250652 h 2821574"/>
              <a:gd name="connsiteX4" fmla="*/ 2653830 w 6364128"/>
              <a:gd name="connsiteY4" fmla="*/ 2146148 h 2821574"/>
              <a:gd name="connsiteX5" fmla="*/ 5475407 w 6364128"/>
              <a:gd name="connsiteY5" fmla="*/ 2799291 h 2821574"/>
              <a:gd name="connsiteX6" fmla="*/ 6363682 w 6364128"/>
              <a:gd name="connsiteY6" fmla="*/ 1284000 h 2821574"/>
              <a:gd name="connsiteX7" fmla="*/ 5070459 w 6364128"/>
              <a:gd name="connsiteY7" fmla="*/ 82217 h 2821574"/>
              <a:gd name="connsiteX8" fmla="*/ 3333099 w 6364128"/>
              <a:gd name="connsiteY8" fmla="*/ 670045 h 2821574"/>
              <a:gd name="connsiteX9" fmla="*/ 2353385 w 6364128"/>
              <a:gd name="connsiteY9" fmla="*/ 447977 h 2821574"/>
              <a:gd name="connsiteX0" fmla="*/ 2319189 w 6329932"/>
              <a:gd name="connsiteY0" fmla="*/ 447977 h 2821574"/>
              <a:gd name="connsiteX1" fmla="*/ 1039028 w 6329932"/>
              <a:gd name="connsiteY1" fmla="*/ 16902 h 2821574"/>
              <a:gd name="connsiteX2" fmla="*/ 20125 w 6329932"/>
              <a:gd name="connsiteY2" fmla="*/ 931302 h 2821574"/>
              <a:gd name="connsiteX3" fmla="*/ 542640 w 6329932"/>
              <a:gd name="connsiteY3" fmla="*/ 2250652 h 2821574"/>
              <a:gd name="connsiteX4" fmla="*/ 2619634 w 6329932"/>
              <a:gd name="connsiteY4" fmla="*/ 2146148 h 2821574"/>
              <a:gd name="connsiteX5" fmla="*/ 5441211 w 6329932"/>
              <a:gd name="connsiteY5" fmla="*/ 2799291 h 2821574"/>
              <a:gd name="connsiteX6" fmla="*/ 6329486 w 6329932"/>
              <a:gd name="connsiteY6" fmla="*/ 1284000 h 2821574"/>
              <a:gd name="connsiteX7" fmla="*/ 5036263 w 6329932"/>
              <a:gd name="connsiteY7" fmla="*/ 82217 h 2821574"/>
              <a:gd name="connsiteX8" fmla="*/ 3298903 w 6329932"/>
              <a:gd name="connsiteY8" fmla="*/ 670045 h 2821574"/>
              <a:gd name="connsiteX9" fmla="*/ 2319189 w 6329932"/>
              <a:gd name="connsiteY9" fmla="*/ 447977 h 2821574"/>
              <a:gd name="connsiteX0" fmla="*/ 2319189 w 6329932"/>
              <a:gd name="connsiteY0" fmla="*/ 441647 h 2815244"/>
              <a:gd name="connsiteX1" fmla="*/ 1039028 w 6329932"/>
              <a:gd name="connsiteY1" fmla="*/ 10572 h 2815244"/>
              <a:gd name="connsiteX2" fmla="*/ 20125 w 6329932"/>
              <a:gd name="connsiteY2" fmla="*/ 924972 h 2815244"/>
              <a:gd name="connsiteX3" fmla="*/ 542640 w 6329932"/>
              <a:gd name="connsiteY3" fmla="*/ 2244322 h 2815244"/>
              <a:gd name="connsiteX4" fmla="*/ 2619634 w 6329932"/>
              <a:gd name="connsiteY4" fmla="*/ 2139818 h 2815244"/>
              <a:gd name="connsiteX5" fmla="*/ 5441211 w 6329932"/>
              <a:gd name="connsiteY5" fmla="*/ 2792961 h 2815244"/>
              <a:gd name="connsiteX6" fmla="*/ 6329486 w 6329932"/>
              <a:gd name="connsiteY6" fmla="*/ 1277670 h 2815244"/>
              <a:gd name="connsiteX7" fmla="*/ 5036263 w 6329932"/>
              <a:gd name="connsiteY7" fmla="*/ 75887 h 2815244"/>
              <a:gd name="connsiteX8" fmla="*/ 3298903 w 6329932"/>
              <a:gd name="connsiteY8" fmla="*/ 663715 h 2815244"/>
              <a:gd name="connsiteX9" fmla="*/ 2319189 w 6329932"/>
              <a:gd name="connsiteY9" fmla="*/ 441647 h 2815244"/>
              <a:gd name="connsiteX0" fmla="*/ 2319189 w 6329932"/>
              <a:gd name="connsiteY0" fmla="*/ 441647 h 2815244"/>
              <a:gd name="connsiteX1" fmla="*/ 1039028 w 6329932"/>
              <a:gd name="connsiteY1" fmla="*/ 10572 h 2815244"/>
              <a:gd name="connsiteX2" fmla="*/ 20125 w 6329932"/>
              <a:gd name="connsiteY2" fmla="*/ 924972 h 2815244"/>
              <a:gd name="connsiteX3" fmla="*/ 542640 w 6329932"/>
              <a:gd name="connsiteY3" fmla="*/ 2244322 h 2815244"/>
              <a:gd name="connsiteX4" fmla="*/ 2619634 w 6329932"/>
              <a:gd name="connsiteY4" fmla="*/ 2139818 h 2815244"/>
              <a:gd name="connsiteX5" fmla="*/ 5441211 w 6329932"/>
              <a:gd name="connsiteY5" fmla="*/ 2792961 h 2815244"/>
              <a:gd name="connsiteX6" fmla="*/ 6329486 w 6329932"/>
              <a:gd name="connsiteY6" fmla="*/ 1277670 h 2815244"/>
              <a:gd name="connsiteX7" fmla="*/ 5036263 w 6329932"/>
              <a:gd name="connsiteY7" fmla="*/ 75887 h 2815244"/>
              <a:gd name="connsiteX8" fmla="*/ 3298903 w 6329932"/>
              <a:gd name="connsiteY8" fmla="*/ 663715 h 2815244"/>
              <a:gd name="connsiteX9" fmla="*/ 2319189 w 6329932"/>
              <a:gd name="connsiteY9" fmla="*/ 441647 h 2815244"/>
              <a:gd name="connsiteX0" fmla="*/ 2319189 w 6330934"/>
              <a:gd name="connsiteY0" fmla="*/ 441647 h 2815244"/>
              <a:gd name="connsiteX1" fmla="*/ 1039028 w 6330934"/>
              <a:gd name="connsiteY1" fmla="*/ 10572 h 2815244"/>
              <a:gd name="connsiteX2" fmla="*/ 20125 w 6330934"/>
              <a:gd name="connsiteY2" fmla="*/ 924972 h 2815244"/>
              <a:gd name="connsiteX3" fmla="*/ 542640 w 6330934"/>
              <a:gd name="connsiteY3" fmla="*/ 2244322 h 2815244"/>
              <a:gd name="connsiteX4" fmla="*/ 2619634 w 6330934"/>
              <a:gd name="connsiteY4" fmla="*/ 2139818 h 2815244"/>
              <a:gd name="connsiteX5" fmla="*/ 5441211 w 6330934"/>
              <a:gd name="connsiteY5" fmla="*/ 2792961 h 2815244"/>
              <a:gd name="connsiteX6" fmla="*/ 6329486 w 6330934"/>
              <a:gd name="connsiteY6" fmla="*/ 1277670 h 2815244"/>
              <a:gd name="connsiteX7" fmla="*/ 5036263 w 6330934"/>
              <a:gd name="connsiteY7" fmla="*/ 75887 h 2815244"/>
              <a:gd name="connsiteX8" fmla="*/ 3298903 w 6330934"/>
              <a:gd name="connsiteY8" fmla="*/ 663715 h 2815244"/>
              <a:gd name="connsiteX9" fmla="*/ 2319189 w 6330934"/>
              <a:gd name="connsiteY9" fmla="*/ 441647 h 2815244"/>
              <a:gd name="connsiteX0" fmla="*/ 2319189 w 6332116"/>
              <a:gd name="connsiteY0" fmla="*/ 441647 h 2821752"/>
              <a:gd name="connsiteX1" fmla="*/ 1039028 w 6332116"/>
              <a:gd name="connsiteY1" fmla="*/ 10572 h 2821752"/>
              <a:gd name="connsiteX2" fmla="*/ 20125 w 6332116"/>
              <a:gd name="connsiteY2" fmla="*/ 924972 h 2821752"/>
              <a:gd name="connsiteX3" fmla="*/ 542640 w 6332116"/>
              <a:gd name="connsiteY3" fmla="*/ 2244322 h 2821752"/>
              <a:gd name="connsiteX4" fmla="*/ 2619634 w 6332116"/>
              <a:gd name="connsiteY4" fmla="*/ 2139818 h 2821752"/>
              <a:gd name="connsiteX5" fmla="*/ 5441211 w 6332116"/>
              <a:gd name="connsiteY5" fmla="*/ 2792961 h 2821752"/>
              <a:gd name="connsiteX6" fmla="*/ 6329486 w 6332116"/>
              <a:gd name="connsiteY6" fmla="*/ 1277670 h 2821752"/>
              <a:gd name="connsiteX7" fmla="*/ 5036263 w 6332116"/>
              <a:gd name="connsiteY7" fmla="*/ 75887 h 2821752"/>
              <a:gd name="connsiteX8" fmla="*/ 3298903 w 6332116"/>
              <a:gd name="connsiteY8" fmla="*/ 663715 h 2821752"/>
              <a:gd name="connsiteX9" fmla="*/ 2319189 w 6332116"/>
              <a:gd name="connsiteY9" fmla="*/ 441647 h 2821752"/>
              <a:gd name="connsiteX0" fmla="*/ 2311090 w 6324017"/>
              <a:gd name="connsiteY0" fmla="*/ 441647 h 2820126"/>
              <a:gd name="connsiteX1" fmla="*/ 1030929 w 6324017"/>
              <a:gd name="connsiteY1" fmla="*/ 10572 h 2820126"/>
              <a:gd name="connsiteX2" fmla="*/ 12026 w 6324017"/>
              <a:gd name="connsiteY2" fmla="*/ 924972 h 2820126"/>
              <a:gd name="connsiteX3" fmla="*/ 612918 w 6324017"/>
              <a:gd name="connsiteY3" fmla="*/ 2570893 h 2820126"/>
              <a:gd name="connsiteX4" fmla="*/ 2611535 w 6324017"/>
              <a:gd name="connsiteY4" fmla="*/ 2139818 h 2820126"/>
              <a:gd name="connsiteX5" fmla="*/ 5433112 w 6324017"/>
              <a:gd name="connsiteY5" fmla="*/ 2792961 h 2820126"/>
              <a:gd name="connsiteX6" fmla="*/ 6321387 w 6324017"/>
              <a:gd name="connsiteY6" fmla="*/ 1277670 h 2820126"/>
              <a:gd name="connsiteX7" fmla="*/ 5028164 w 6324017"/>
              <a:gd name="connsiteY7" fmla="*/ 75887 h 2820126"/>
              <a:gd name="connsiteX8" fmla="*/ 3290804 w 6324017"/>
              <a:gd name="connsiteY8" fmla="*/ 663715 h 2820126"/>
              <a:gd name="connsiteX9" fmla="*/ 2311090 w 6324017"/>
              <a:gd name="connsiteY9" fmla="*/ 441647 h 2820126"/>
              <a:gd name="connsiteX0" fmla="*/ 2341136 w 6354063"/>
              <a:gd name="connsiteY0" fmla="*/ 441647 h 2820126"/>
              <a:gd name="connsiteX1" fmla="*/ 1060975 w 6354063"/>
              <a:gd name="connsiteY1" fmla="*/ 10572 h 2820126"/>
              <a:gd name="connsiteX2" fmla="*/ 42072 w 6354063"/>
              <a:gd name="connsiteY2" fmla="*/ 924972 h 2820126"/>
              <a:gd name="connsiteX3" fmla="*/ 642964 w 6354063"/>
              <a:gd name="connsiteY3" fmla="*/ 2570893 h 2820126"/>
              <a:gd name="connsiteX4" fmla="*/ 2641581 w 6354063"/>
              <a:gd name="connsiteY4" fmla="*/ 2139818 h 2820126"/>
              <a:gd name="connsiteX5" fmla="*/ 5463158 w 6354063"/>
              <a:gd name="connsiteY5" fmla="*/ 2792961 h 2820126"/>
              <a:gd name="connsiteX6" fmla="*/ 6351433 w 6354063"/>
              <a:gd name="connsiteY6" fmla="*/ 1277670 h 2820126"/>
              <a:gd name="connsiteX7" fmla="*/ 5058210 w 6354063"/>
              <a:gd name="connsiteY7" fmla="*/ 75887 h 2820126"/>
              <a:gd name="connsiteX8" fmla="*/ 3320850 w 6354063"/>
              <a:gd name="connsiteY8" fmla="*/ 663715 h 2820126"/>
              <a:gd name="connsiteX9" fmla="*/ 2341136 w 6354063"/>
              <a:gd name="connsiteY9" fmla="*/ 441647 h 2820126"/>
              <a:gd name="connsiteX0" fmla="*/ 2554501 w 6567428"/>
              <a:gd name="connsiteY0" fmla="*/ 442633 h 2821112"/>
              <a:gd name="connsiteX1" fmla="*/ 1274340 w 6567428"/>
              <a:gd name="connsiteY1" fmla="*/ 11558 h 2821112"/>
              <a:gd name="connsiteX2" fmla="*/ 7243 w 6567428"/>
              <a:gd name="connsiteY2" fmla="*/ 952083 h 2821112"/>
              <a:gd name="connsiteX3" fmla="*/ 856329 w 6567428"/>
              <a:gd name="connsiteY3" fmla="*/ 2571879 h 2821112"/>
              <a:gd name="connsiteX4" fmla="*/ 2854946 w 6567428"/>
              <a:gd name="connsiteY4" fmla="*/ 2140804 h 2821112"/>
              <a:gd name="connsiteX5" fmla="*/ 5676523 w 6567428"/>
              <a:gd name="connsiteY5" fmla="*/ 2793947 h 2821112"/>
              <a:gd name="connsiteX6" fmla="*/ 6564798 w 6567428"/>
              <a:gd name="connsiteY6" fmla="*/ 1278656 h 2821112"/>
              <a:gd name="connsiteX7" fmla="*/ 5271575 w 6567428"/>
              <a:gd name="connsiteY7" fmla="*/ 76873 h 2821112"/>
              <a:gd name="connsiteX8" fmla="*/ 3534215 w 6567428"/>
              <a:gd name="connsiteY8" fmla="*/ 664701 h 2821112"/>
              <a:gd name="connsiteX9" fmla="*/ 2554501 w 6567428"/>
              <a:gd name="connsiteY9" fmla="*/ 442633 h 2821112"/>
              <a:gd name="connsiteX0" fmla="*/ 2559779 w 6572706"/>
              <a:gd name="connsiteY0" fmla="*/ 442633 h 2821112"/>
              <a:gd name="connsiteX1" fmla="*/ 1279618 w 6572706"/>
              <a:gd name="connsiteY1" fmla="*/ 11558 h 2821112"/>
              <a:gd name="connsiteX2" fmla="*/ 12521 w 6572706"/>
              <a:gd name="connsiteY2" fmla="*/ 952083 h 2821112"/>
              <a:gd name="connsiteX3" fmla="*/ 861607 w 6572706"/>
              <a:gd name="connsiteY3" fmla="*/ 2571879 h 2821112"/>
              <a:gd name="connsiteX4" fmla="*/ 2860224 w 6572706"/>
              <a:gd name="connsiteY4" fmla="*/ 2140804 h 2821112"/>
              <a:gd name="connsiteX5" fmla="*/ 5681801 w 6572706"/>
              <a:gd name="connsiteY5" fmla="*/ 2793947 h 2821112"/>
              <a:gd name="connsiteX6" fmla="*/ 6570076 w 6572706"/>
              <a:gd name="connsiteY6" fmla="*/ 1278656 h 2821112"/>
              <a:gd name="connsiteX7" fmla="*/ 5276853 w 6572706"/>
              <a:gd name="connsiteY7" fmla="*/ 76873 h 2821112"/>
              <a:gd name="connsiteX8" fmla="*/ 3539493 w 6572706"/>
              <a:gd name="connsiteY8" fmla="*/ 664701 h 2821112"/>
              <a:gd name="connsiteX9" fmla="*/ 2559779 w 6572706"/>
              <a:gd name="connsiteY9" fmla="*/ 442633 h 2821112"/>
              <a:gd name="connsiteX0" fmla="*/ 2576497 w 6589424"/>
              <a:gd name="connsiteY0" fmla="*/ 442633 h 2821112"/>
              <a:gd name="connsiteX1" fmla="*/ 1296336 w 6589424"/>
              <a:gd name="connsiteY1" fmla="*/ 11558 h 2821112"/>
              <a:gd name="connsiteX2" fmla="*/ 29239 w 6589424"/>
              <a:gd name="connsiteY2" fmla="*/ 952083 h 2821112"/>
              <a:gd name="connsiteX3" fmla="*/ 878325 w 6589424"/>
              <a:gd name="connsiteY3" fmla="*/ 2571879 h 2821112"/>
              <a:gd name="connsiteX4" fmla="*/ 2876942 w 6589424"/>
              <a:gd name="connsiteY4" fmla="*/ 2140804 h 2821112"/>
              <a:gd name="connsiteX5" fmla="*/ 5698519 w 6589424"/>
              <a:gd name="connsiteY5" fmla="*/ 2793947 h 2821112"/>
              <a:gd name="connsiteX6" fmla="*/ 6586794 w 6589424"/>
              <a:gd name="connsiteY6" fmla="*/ 1278656 h 2821112"/>
              <a:gd name="connsiteX7" fmla="*/ 5293571 w 6589424"/>
              <a:gd name="connsiteY7" fmla="*/ 76873 h 2821112"/>
              <a:gd name="connsiteX8" fmla="*/ 3556211 w 6589424"/>
              <a:gd name="connsiteY8" fmla="*/ 664701 h 2821112"/>
              <a:gd name="connsiteX9" fmla="*/ 2576497 w 6589424"/>
              <a:gd name="connsiteY9" fmla="*/ 442633 h 2821112"/>
              <a:gd name="connsiteX0" fmla="*/ 2576497 w 6589424"/>
              <a:gd name="connsiteY0" fmla="*/ 431171 h 2809650"/>
              <a:gd name="connsiteX1" fmla="*/ 1296336 w 6589424"/>
              <a:gd name="connsiteY1" fmla="*/ 96 h 2809650"/>
              <a:gd name="connsiteX2" fmla="*/ 29239 w 6589424"/>
              <a:gd name="connsiteY2" fmla="*/ 940621 h 2809650"/>
              <a:gd name="connsiteX3" fmla="*/ 878325 w 6589424"/>
              <a:gd name="connsiteY3" fmla="*/ 2560417 h 2809650"/>
              <a:gd name="connsiteX4" fmla="*/ 2876942 w 6589424"/>
              <a:gd name="connsiteY4" fmla="*/ 2129342 h 2809650"/>
              <a:gd name="connsiteX5" fmla="*/ 5698519 w 6589424"/>
              <a:gd name="connsiteY5" fmla="*/ 2782485 h 2809650"/>
              <a:gd name="connsiteX6" fmla="*/ 6586794 w 6589424"/>
              <a:gd name="connsiteY6" fmla="*/ 1267194 h 2809650"/>
              <a:gd name="connsiteX7" fmla="*/ 5293571 w 6589424"/>
              <a:gd name="connsiteY7" fmla="*/ 65411 h 2809650"/>
              <a:gd name="connsiteX8" fmla="*/ 3556211 w 6589424"/>
              <a:gd name="connsiteY8" fmla="*/ 653239 h 2809650"/>
              <a:gd name="connsiteX9" fmla="*/ 2576497 w 6589424"/>
              <a:gd name="connsiteY9" fmla="*/ 431171 h 2809650"/>
              <a:gd name="connsiteX0" fmla="*/ 2548468 w 6561395"/>
              <a:gd name="connsiteY0" fmla="*/ 483410 h 2861889"/>
              <a:gd name="connsiteX1" fmla="*/ 1007050 w 6561395"/>
              <a:gd name="connsiteY1" fmla="*/ 84 h 2861889"/>
              <a:gd name="connsiteX2" fmla="*/ 1210 w 6561395"/>
              <a:gd name="connsiteY2" fmla="*/ 992860 h 2861889"/>
              <a:gd name="connsiteX3" fmla="*/ 850296 w 6561395"/>
              <a:gd name="connsiteY3" fmla="*/ 2612656 h 2861889"/>
              <a:gd name="connsiteX4" fmla="*/ 2848913 w 6561395"/>
              <a:gd name="connsiteY4" fmla="*/ 2181581 h 2861889"/>
              <a:gd name="connsiteX5" fmla="*/ 5670490 w 6561395"/>
              <a:gd name="connsiteY5" fmla="*/ 2834724 h 2861889"/>
              <a:gd name="connsiteX6" fmla="*/ 6558765 w 6561395"/>
              <a:gd name="connsiteY6" fmla="*/ 1319433 h 2861889"/>
              <a:gd name="connsiteX7" fmla="*/ 5265542 w 6561395"/>
              <a:gd name="connsiteY7" fmla="*/ 117650 h 2861889"/>
              <a:gd name="connsiteX8" fmla="*/ 3528182 w 6561395"/>
              <a:gd name="connsiteY8" fmla="*/ 705478 h 2861889"/>
              <a:gd name="connsiteX9" fmla="*/ 2548468 w 6561395"/>
              <a:gd name="connsiteY9" fmla="*/ 483410 h 2861889"/>
              <a:gd name="connsiteX0" fmla="*/ 2548468 w 6561395"/>
              <a:gd name="connsiteY0" fmla="*/ 486855 h 2865334"/>
              <a:gd name="connsiteX1" fmla="*/ 1007050 w 6561395"/>
              <a:gd name="connsiteY1" fmla="*/ 3529 h 2865334"/>
              <a:gd name="connsiteX2" fmla="*/ 1210 w 6561395"/>
              <a:gd name="connsiteY2" fmla="*/ 996305 h 2865334"/>
              <a:gd name="connsiteX3" fmla="*/ 850296 w 6561395"/>
              <a:gd name="connsiteY3" fmla="*/ 2616101 h 2865334"/>
              <a:gd name="connsiteX4" fmla="*/ 2848913 w 6561395"/>
              <a:gd name="connsiteY4" fmla="*/ 2185026 h 2865334"/>
              <a:gd name="connsiteX5" fmla="*/ 5670490 w 6561395"/>
              <a:gd name="connsiteY5" fmla="*/ 2838169 h 2865334"/>
              <a:gd name="connsiteX6" fmla="*/ 6558765 w 6561395"/>
              <a:gd name="connsiteY6" fmla="*/ 1322878 h 2865334"/>
              <a:gd name="connsiteX7" fmla="*/ 5265542 w 6561395"/>
              <a:gd name="connsiteY7" fmla="*/ 121095 h 2865334"/>
              <a:gd name="connsiteX8" fmla="*/ 3528182 w 6561395"/>
              <a:gd name="connsiteY8" fmla="*/ 708923 h 2865334"/>
              <a:gd name="connsiteX9" fmla="*/ 2548468 w 6561395"/>
              <a:gd name="connsiteY9" fmla="*/ 486855 h 2865334"/>
              <a:gd name="connsiteX0" fmla="*/ 2550367 w 6563294"/>
              <a:gd name="connsiteY0" fmla="*/ 486855 h 2865334"/>
              <a:gd name="connsiteX1" fmla="*/ 1008949 w 6563294"/>
              <a:gd name="connsiteY1" fmla="*/ 3529 h 2865334"/>
              <a:gd name="connsiteX2" fmla="*/ 3109 w 6563294"/>
              <a:gd name="connsiteY2" fmla="*/ 996305 h 2865334"/>
              <a:gd name="connsiteX3" fmla="*/ 852195 w 6563294"/>
              <a:gd name="connsiteY3" fmla="*/ 2616101 h 2865334"/>
              <a:gd name="connsiteX4" fmla="*/ 2850812 w 6563294"/>
              <a:gd name="connsiteY4" fmla="*/ 2185026 h 2865334"/>
              <a:gd name="connsiteX5" fmla="*/ 5672389 w 6563294"/>
              <a:gd name="connsiteY5" fmla="*/ 2838169 h 2865334"/>
              <a:gd name="connsiteX6" fmla="*/ 6560664 w 6563294"/>
              <a:gd name="connsiteY6" fmla="*/ 1322878 h 2865334"/>
              <a:gd name="connsiteX7" fmla="*/ 5267441 w 6563294"/>
              <a:gd name="connsiteY7" fmla="*/ 121095 h 2865334"/>
              <a:gd name="connsiteX8" fmla="*/ 3530081 w 6563294"/>
              <a:gd name="connsiteY8" fmla="*/ 708923 h 2865334"/>
              <a:gd name="connsiteX9" fmla="*/ 2550367 w 6563294"/>
              <a:gd name="connsiteY9" fmla="*/ 486855 h 2865334"/>
              <a:gd name="connsiteX0" fmla="*/ 2626684 w 6639611"/>
              <a:gd name="connsiteY0" fmla="*/ 508038 h 2886517"/>
              <a:gd name="connsiteX1" fmla="*/ 1085266 w 6639611"/>
              <a:gd name="connsiteY1" fmla="*/ 24712 h 2886517"/>
              <a:gd name="connsiteX2" fmla="*/ 1049 w 6639611"/>
              <a:gd name="connsiteY2" fmla="*/ 1357122 h 2886517"/>
              <a:gd name="connsiteX3" fmla="*/ 928512 w 6639611"/>
              <a:gd name="connsiteY3" fmla="*/ 2637284 h 2886517"/>
              <a:gd name="connsiteX4" fmla="*/ 2927129 w 6639611"/>
              <a:gd name="connsiteY4" fmla="*/ 2206209 h 2886517"/>
              <a:gd name="connsiteX5" fmla="*/ 5748706 w 6639611"/>
              <a:gd name="connsiteY5" fmla="*/ 2859352 h 2886517"/>
              <a:gd name="connsiteX6" fmla="*/ 6636981 w 6639611"/>
              <a:gd name="connsiteY6" fmla="*/ 1344061 h 2886517"/>
              <a:gd name="connsiteX7" fmla="*/ 5343758 w 6639611"/>
              <a:gd name="connsiteY7" fmla="*/ 142278 h 2886517"/>
              <a:gd name="connsiteX8" fmla="*/ 3606398 w 6639611"/>
              <a:gd name="connsiteY8" fmla="*/ 730106 h 2886517"/>
              <a:gd name="connsiteX9" fmla="*/ 2626684 w 6639611"/>
              <a:gd name="connsiteY9" fmla="*/ 508038 h 2886517"/>
              <a:gd name="connsiteX0" fmla="*/ 2625911 w 6638838"/>
              <a:gd name="connsiteY0" fmla="*/ 508038 h 2886517"/>
              <a:gd name="connsiteX1" fmla="*/ 1084493 w 6638838"/>
              <a:gd name="connsiteY1" fmla="*/ 24712 h 2886517"/>
              <a:gd name="connsiteX2" fmla="*/ 276 w 6638838"/>
              <a:gd name="connsiteY2" fmla="*/ 1357122 h 2886517"/>
              <a:gd name="connsiteX3" fmla="*/ 927739 w 6638838"/>
              <a:gd name="connsiteY3" fmla="*/ 2637284 h 2886517"/>
              <a:gd name="connsiteX4" fmla="*/ 2926356 w 6638838"/>
              <a:gd name="connsiteY4" fmla="*/ 2206209 h 2886517"/>
              <a:gd name="connsiteX5" fmla="*/ 5747933 w 6638838"/>
              <a:gd name="connsiteY5" fmla="*/ 2859352 h 2886517"/>
              <a:gd name="connsiteX6" fmla="*/ 6636208 w 6638838"/>
              <a:gd name="connsiteY6" fmla="*/ 1344061 h 2886517"/>
              <a:gd name="connsiteX7" fmla="*/ 5342985 w 6638838"/>
              <a:gd name="connsiteY7" fmla="*/ 142278 h 2886517"/>
              <a:gd name="connsiteX8" fmla="*/ 3605625 w 6638838"/>
              <a:gd name="connsiteY8" fmla="*/ 730106 h 2886517"/>
              <a:gd name="connsiteX9" fmla="*/ 2625911 w 6638838"/>
              <a:gd name="connsiteY9" fmla="*/ 508038 h 2886517"/>
              <a:gd name="connsiteX0" fmla="*/ 2625911 w 6638838"/>
              <a:gd name="connsiteY0" fmla="*/ 508038 h 2886517"/>
              <a:gd name="connsiteX1" fmla="*/ 1084493 w 6638838"/>
              <a:gd name="connsiteY1" fmla="*/ 24712 h 2886517"/>
              <a:gd name="connsiteX2" fmla="*/ 276 w 6638838"/>
              <a:gd name="connsiteY2" fmla="*/ 1357122 h 2886517"/>
              <a:gd name="connsiteX3" fmla="*/ 927739 w 6638838"/>
              <a:gd name="connsiteY3" fmla="*/ 2637284 h 2886517"/>
              <a:gd name="connsiteX4" fmla="*/ 2926356 w 6638838"/>
              <a:gd name="connsiteY4" fmla="*/ 2206209 h 2886517"/>
              <a:gd name="connsiteX5" fmla="*/ 5747933 w 6638838"/>
              <a:gd name="connsiteY5" fmla="*/ 2859352 h 2886517"/>
              <a:gd name="connsiteX6" fmla="*/ 6636208 w 6638838"/>
              <a:gd name="connsiteY6" fmla="*/ 1344061 h 2886517"/>
              <a:gd name="connsiteX7" fmla="*/ 5342985 w 6638838"/>
              <a:gd name="connsiteY7" fmla="*/ 142278 h 2886517"/>
              <a:gd name="connsiteX8" fmla="*/ 3605625 w 6638838"/>
              <a:gd name="connsiteY8" fmla="*/ 730106 h 2886517"/>
              <a:gd name="connsiteX9" fmla="*/ 2625911 w 6638838"/>
              <a:gd name="connsiteY9" fmla="*/ 508038 h 2886517"/>
              <a:gd name="connsiteX0" fmla="*/ 3605625 w 6638838"/>
              <a:gd name="connsiteY0" fmla="*/ 714910 h 2871321"/>
              <a:gd name="connsiteX1" fmla="*/ 1084493 w 6638838"/>
              <a:gd name="connsiteY1" fmla="*/ 9516 h 2871321"/>
              <a:gd name="connsiteX2" fmla="*/ 276 w 6638838"/>
              <a:gd name="connsiteY2" fmla="*/ 1341926 h 2871321"/>
              <a:gd name="connsiteX3" fmla="*/ 927739 w 6638838"/>
              <a:gd name="connsiteY3" fmla="*/ 2622088 h 2871321"/>
              <a:gd name="connsiteX4" fmla="*/ 2926356 w 6638838"/>
              <a:gd name="connsiteY4" fmla="*/ 2191013 h 2871321"/>
              <a:gd name="connsiteX5" fmla="*/ 5747933 w 6638838"/>
              <a:gd name="connsiteY5" fmla="*/ 2844156 h 2871321"/>
              <a:gd name="connsiteX6" fmla="*/ 6636208 w 6638838"/>
              <a:gd name="connsiteY6" fmla="*/ 1328865 h 2871321"/>
              <a:gd name="connsiteX7" fmla="*/ 5342985 w 6638838"/>
              <a:gd name="connsiteY7" fmla="*/ 127082 h 2871321"/>
              <a:gd name="connsiteX8" fmla="*/ 3605625 w 6638838"/>
              <a:gd name="connsiteY8" fmla="*/ 714910 h 2871321"/>
              <a:gd name="connsiteX0" fmla="*/ 3083111 w 6638838"/>
              <a:gd name="connsiteY0" fmla="*/ 553484 h 2879712"/>
              <a:gd name="connsiteX1" fmla="*/ 1084493 w 6638838"/>
              <a:gd name="connsiteY1" fmla="*/ 17907 h 2879712"/>
              <a:gd name="connsiteX2" fmla="*/ 276 w 6638838"/>
              <a:gd name="connsiteY2" fmla="*/ 1350317 h 2879712"/>
              <a:gd name="connsiteX3" fmla="*/ 927739 w 6638838"/>
              <a:gd name="connsiteY3" fmla="*/ 2630479 h 2879712"/>
              <a:gd name="connsiteX4" fmla="*/ 2926356 w 6638838"/>
              <a:gd name="connsiteY4" fmla="*/ 2199404 h 2879712"/>
              <a:gd name="connsiteX5" fmla="*/ 5747933 w 6638838"/>
              <a:gd name="connsiteY5" fmla="*/ 2852547 h 2879712"/>
              <a:gd name="connsiteX6" fmla="*/ 6636208 w 6638838"/>
              <a:gd name="connsiteY6" fmla="*/ 1337256 h 2879712"/>
              <a:gd name="connsiteX7" fmla="*/ 5342985 w 6638838"/>
              <a:gd name="connsiteY7" fmla="*/ 135473 h 2879712"/>
              <a:gd name="connsiteX8" fmla="*/ 3083111 w 6638838"/>
              <a:gd name="connsiteY8" fmla="*/ 553484 h 2879712"/>
              <a:gd name="connsiteX0" fmla="*/ 3083122 w 6637958"/>
              <a:gd name="connsiteY0" fmla="*/ 553484 h 2869165"/>
              <a:gd name="connsiteX1" fmla="*/ 1084504 w 6637958"/>
              <a:gd name="connsiteY1" fmla="*/ 17907 h 2869165"/>
              <a:gd name="connsiteX2" fmla="*/ 287 w 6637958"/>
              <a:gd name="connsiteY2" fmla="*/ 1350317 h 2869165"/>
              <a:gd name="connsiteX3" fmla="*/ 927750 w 6637958"/>
              <a:gd name="connsiteY3" fmla="*/ 2630479 h 2869165"/>
              <a:gd name="connsiteX4" fmla="*/ 3043933 w 6637958"/>
              <a:gd name="connsiteY4" fmla="*/ 2173278 h 2869165"/>
              <a:gd name="connsiteX5" fmla="*/ 5747944 w 6637958"/>
              <a:gd name="connsiteY5" fmla="*/ 2852547 h 2869165"/>
              <a:gd name="connsiteX6" fmla="*/ 6636219 w 6637958"/>
              <a:gd name="connsiteY6" fmla="*/ 1337256 h 2869165"/>
              <a:gd name="connsiteX7" fmla="*/ 5342996 w 6637958"/>
              <a:gd name="connsiteY7" fmla="*/ 135473 h 2869165"/>
              <a:gd name="connsiteX8" fmla="*/ 3083122 w 6637958"/>
              <a:gd name="connsiteY8" fmla="*/ 553484 h 2869165"/>
              <a:gd name="connsiteX0" fmla="*/ 3083122 w 6637603"/>
              <a:gd name="connsiteY0" fmla="*/ 553484 h 2859761"/>
              <a:gd name="connsiteX1" fmla="*/ 1084504 w 6637603"/>
              <a:gd name="connsiteY1" fmla="*/ 17907 h 2859761"/>
              <a:gd name="connsiteX2" fmla="*/ 287 w 6637603"/>
              <a:gd name="connsiteY2" fmla="*/ 1350317 h 2859761"/>
              <a:gd name="connsiteX3" fmla="*/ 927750 w 6637603"/>
              <a:gd name="connsiteY3" fmla="*/ 2630479 h 2859761"/>
              <a:gd name="connsiteX4" fmla="*/ 3043933 w 6637603"/>
              <a:gd name="connsiteY4" fmla="*/ 2173278 h 2859761"/>
              <a:gd name="connsiteX5" fmla="*/ 5747944 w 6637603"/>
              <a:gd name="connsiteY5" fmla="*/ 2852547 h 2859761"/>
              <a:gd name="connsiteX6" fmla="*/ 6636219 w 6637603"/>
              <a:gd name="connsiteY6" fmla="*/ 1337256 h 2859761"/>
              <a:gd name="connsiteX7" fmla="*/ 5342996 w 6637603"/>
              <a:gd name="connsiteY7" fmla="*/ 135473 h 2859761"/>
              <a:gd name="connsiteX8" fmla="*/ 3083122 w 6637603"/>
              <a:gd name="connsiteY8" fmla="*/ 553484 h 2859761"/>
              <a:gd name="connsiteX0" fmla="*/ 3083122 w 6639479"/>
              <a:gd name="connsiteY0" fmla="*/ 553484 h 2652811"/>
              <a:gd name="connsiteX1" fmla="*/ 1084504 w 6639479"/>
              <a:gd name="connsiteY1" fmla="*/ 17907 h 2652811"/>
              <a:gd name="connsiteX2" fmla="*/ 287 w 6639479"/>
              <a:gd name="connsiteY2" fmla="*/ 1350317 h 2652811"/>
              <a:gd name="connsiteX3" fmla="*/ 927750 w 6639479"/>
              <a:gd name="connsiteY3" fmla="*/ 2630479 h 2652811"/>
              <a:gd name="connsiteX4" fmla="*/ 3043933 w 6639479"/>
              <a:gd name="connsiteY4" fmla="*/ 2173278 h 2652811"/>
              <a:gd name="connsiteX5" fmla="*/ 5643441 w 6639479"/>
              <a:gd name="connsiteY5" fmla="*/ 2643542 h 2652811"/>
              <a:gd name="connsiteX6" fmla="*/ 6636219 w 6639479"/>
              <a:gd name="connsiteY6" fmla="*/ 1337256 h 2652811"/>
              <a:gd name="connsiteX7" fmla="*/ 5342996 w 6639479"/>
              <a:gd name="connsiteY7" fmla="*/ 135473 h 2652811"/>
              <a:gd name="connsiteX8" fmla="*/ 3083122 w 6639479"/>
              <a:gd name="connsiteY8" fmla="*/ 553484 h 2652811"/>
              <a:gd name="connsiteX0" fmla="*/ 3083122 w 6639479"/>
              <a:gd name="connsiteY0" fmla="*/ 553484 h 2730293"/>
              <a:gd name="connsiteX1" fmla="*/ 1084504 w 6639479"/>
              <a:gd name="connsiteY1" fmla="*/ 17907 h 2730293"/>
              <a:gd name="connsiteX2" fmla="*/ 287 w 6639479"/>
              <a:gd name="connsiteY2" fmla="*/ 1350317 h 2730293"/>
              <a:gd name="connsiteX3" fmla="*/ 927750 w 6639479"/>
              <a:gd name="connsiteY3" fmla="*/ 2630479 h 2730293"/>
              <a:gd name="connsiteX4" fmla="*/ 3043933 w 6639479"/>
              <a:gd name="connsiteY4" fmla="*/ 2173278 h 2730293"/>
              <a:gd name="connsiteX5" fmla="*/ 5643441 w 6639479"/>
              <a:gd name="connsiteY5" fmla="*/ 2721919 h 2730293"/>
              <a:gd name="connsiteX6" fmla="*/ 6636219 w 6639479"/>
              <a:gd name="connsiteY6" fmla="*/ 1337256 h 2730293"/>
              <a:gd name="connsiteX7" fmla="*/ 5342996 w 6639479"/>
              <a:gd name="connsiteY7" fmla="*/ 135473 h 2730293"/>
              <a:gd name="connsiteX8" fmla="*/ 3083122 w 6639479"/>
              <a:gd name="connsiteY8" fmla="*/ 553484 h 2730293"/>
              <a:gd name="connsiteX0" fmla="*/ 3083122 w 6639043"/>
              <a:gd name="connsiteY0" fmla="*/ 553484 h 2728171"/>
              <a:gd name="connsiteX1" fmla="*/ 1084504 w 6639043"/>
              <a:gd name="connsiteY1" fmla="*/ 17907 h 2728171"/>
              <a:gd name="connsiteX2" fmla="*/ 287 w 6639043"/>
              <a:gd name="connsiteY2" fmla="*/ 1350317 h 2728171"/>
              <a:gd name="connsiteX3" fmla="*/ 927750 w 6639043"/>
              <a:gd name="connsiteY3" fmla="*/ 2630479 h 2728171"/>
              <a:gd name="connsiteX4" fmla="*/ 3043933 w 6639043"/>
              <a:gd name="connsiteY4" fmla="*/ 2173278 h 2728171"/>
              <a:gd name="connsiteX5" fmla="*/ 5643441 w 6639043"/>
              <a:gd name="connsiteY5" fmla="*/ 2721919 h 2728171"/>
              <a:gd name="connsiteX6" fmla="*/ 6636219 w 6639043"/>
              <a:gd name="connsiteY6" fmla="*/ 1337256 h 2728171"/>
              <a:gd name="connsiteX7" fmla="*/ 5342996 w 6639043"/>
              <a:gd name="connsiteY7" fmla="*/ 135473 h 2728171"/>
              <a:gd name="connsiteX8" fmla="*/ 3083122 w 6639043"/>
              <a:gd name="connsiteY8" fmla="*/ 553484 h 2728171"/>
              <a:gd name="connsiteX0" fmla="*/ 3083122 w 6642893"/>
              <a:gd name="connsiteY0" fmla="*/ 553484 h 2735213"/>
              <a:gd name="connsiteX1" fmla="*/ 1084504 w 6642893"/>
              <a:gd name="connsiteY1" fmla="*/ 17907 h 2735213"/>
              <a:gd name="connsiteX2" fmla="*/ 287 w 6642893"/>
              <a:gd name="connsiteY2" fmla="*/ 1350317 h 2735213"/>
              <a:gd name="connsiteX3" fmla="*/ 927750 w 6642893"/>
              <a:gd name="connsiteY3" fmla="*/ 2630479 h 2735213"/>
              <a:gd name="connsiteX4" fmla="*/ 3043933 w 6642893"/>
              <a:gd name="connsiteY4" fmla="*/ 2173278 h 2735213"/>
              <a:gd name="connsiteX5" fmla="*/ 5643441 w 6642893"/>
              <a:gd name="connsiteY5" fmla="*/ 2721919 h 2735213"/>
              <a:gd name="connsiteX6" fmla="*/ 6636219 w 6642893"/>
              <a:gd name="connsiteY6" fmla="*/ 1337256 h 2735213"/>
              <a:gd name="connsiteX7" fmla="*/ 5342996 w 6642893"/>
              <a:gd name="connsiteY7" fmla="*/ 135473 h 2735213"/>
              <a:gd name="connsiteX8" fmla="*/ 3083122 w 6642893"/>
              <a:gd name="connsiteY8" fmla="*/ 553484 h 2735213"/>
              <a:gd name="connsiteX0" fmla="*/ 3083122 w 6642893"/>
              <a:gd name="connsiteY0" fmla="*/ 553484 h 2735213"/>
              <a:gd name="connsiteX1" fmla="*/ 1084504 w 6642893"/>
              <a:gd name="connsiteY1" fmla="*/ 17907 h 2735213"/>
              <a:gd name="connsiteX2" fmla="*/ 287 w 6642893"/>
              <a:gd name="connsiteY2" fmla="*/ 1350317 h 2735213"/>
              <a:gd name="connsiteX3" fmla="*/ 927750 w 6642893"/>
              <a:gd name="connsiteY3" fmla="*/ 2630479 h 2735213"/>
              <a:gd name="connsiteX4" fmla="*/ 3043933 w 6642893"/>
              <a:gd name="connsiteY4" fmla="*/ 2173278 h 2735213"/>
              <a:gd name="connsiteX5" fmla="*/ 5643441 w 6642893"/>
              <a:gd name="connsiteY5" fmla="*/ 2721919 h 2735213"/>
              <a:gd name="connsiteX6" fmla="*/ 6636219 w 6642893"/>
              <a:gd name="connsiteY6" fmla="*/ 1337256 h 2735213"/>
              <a:gd name="connsiteX7" fmla="*/ 5342996 w 6642893"/>
              <a:gd name="connsiteY7" fmla="*/ 135473 h 2735213"/>
              <a:gd name="connsiteX8" fmla="*/ 3083122 w 6642893"/>
              <a:gd name="connsiteY8" fmla="*/ 553484 h 2735213"/>
              <a:gd name="connsiteX0" fmla="*/ 3083122 w 6642893"/>
              <a:gd name="connsiteY0" fmla="*/ 553484 h 2735213"/>
              <a:gd name="connsiteX1" fmla="*/ 1084504 w 6642893"/>
              <a:gd name="connsiteY1" fmla="*/ 17907 h 2735213"/>
              <a:gd name="connsiteX2" fmla="*/ 287 w 6642893"/>
              <a:gd name="connsiteY2" fmla="*/ 1350317 h 2735213"/>
              <a:gd name="connsiteX3" fmla="*/ 927750 w 6642893"/>
              <a:gd name="connsiteY3" fmla="*/ 2630479 h 2735213"/>
              <a:gd name="connsiteX4" fmla="*/ 3043933 w 6642893"/>
              <a:gd name="connsiteY4" fmla="*/ 2173278 h 2735213"/>
              <a:gd name="connsiteX5" fmla="*/ 5643441 w 6642893"/>
              <a:gd name="connsiteY5" fmla="*/ 2721919 h 2735213"/>
              <a:gd name="connsiteX6" fmla="*/ 6636219 w 6642893"/>
              <a:gd name="connsiteY6" fmla="*/ 1337256 h 2735213"/>
              <a:gd name="connsiteX7" fmla="*/ 5342996 w 6642893"/>
              <a:gd name="connsiteY7" fmla="*/ 135473 h 2735213"/>
              <a:gd name="connsiteX8" fmla="*/ 3083122 w 6642893"/>
              <a:gd name="connsiteY8" fmla="*/ 553484 h 2735213"/>
              <a:gd name="connsiteX0" fmla="*/ 3083122 w 6642893"/>
              <a:gd name="connsiteY0" fmla="*/ 553484 h 2735213"/>
              <a:gd name="connsiteX1" fmla="*/ 1084504 w 6642893"/>
              <a:gd name="connsiteY1" fmla="*/ 17907 h 2735213"/>
              <a:gd name="connsiteX2" fmla="*/ 287 w 6642893"/>
              <a:gd name="connsiteY2" fmla="*/ 1350317 h 2735213"/>
              <a:gd name="connsiteX3" fmla="*/ 927750 w 6642893"/>
              <a:gd name="connsiteY3" fmla="*/ 2630479 h 2735213"/>
              <a:gd name="connsiteX4" fmla="*/ 3043933 w 6642893"/>
              <a:gd name="connsiteY4" fmla="*/ 2173278 h 2735213"/>
              <a:gd name="connsiteX5" fmla="*/ 5643441 w 6642893"/>
              <a:gd name="connsiteY5" fmla="*/ 2721919 h 2735213"/>
              <a:gd name="connsiteX6" fmla="*/ 6636219 w 6642893"/>
              <a:gd name="connsiteY6" fmla="*/ 1337256 h 2735213"/>
              <a:gd name="connsiteX7" fmla="*/ 5342996 w 6642893"/>
              <a:gd name="connsiteY7" fmla="*/ 135473 h 2735213"/>
              <a:gd name="connsiteX8" fmla="*/ 3083122 w 6642893"/>
              <a:gd name="connsiteY8" fmla="*/ 553484 h 2735213"/>
              <a:gd name="connsiteX0" fmla="*/ 3083122 w 6642893"/>
              <a:gd name="connsiteY0" fmla="*/ 553484 h 2735213"/>
              <a:gd name="connsiteX1" fmla="*/ 1084504 w 6642893"/>
              <a:gd name="connsiteY1" fmla="*/ 17907 h 2735213"/>
              <a:gd name="connsiteX2" fmla="*/ 287 w 6642893"/>
              <a:gd name="connsiteY2" fmla="*/ 1350317 h 2735213"/>
              <a:gd name="connsiteX3" fmla="*/ 927750 w 6642893"/>
              <a:gd name="connsiteY3" fmla="*/ 2630479 h 2735213"/>
              <a:gd name="connsiteX4" fmla="*/ 3043933 w 6642893"/>
              <a:gd name="connsiteY4" fmla="*/ 2173278 h 2735213"/>
              <a:gd name="connsiteX5" fmla="*/ 5643441 w 6642893"/>
              <a:gd name="connsiteY5" fmla="*/ 2721919 h 2735213"/>
              <a:gd name="connsiteX6" fmla="*/ 6636219 w 6642893"/>
              <a:gd name="connsiteY6" fmla="*/ 1337256 h 2735213"/>
              <a:gd name="connsiteX7" fmla="*/ 5342996 w 6642893"/>
              <a:gd name="connsiteY7" fmla="*/ 135473 h 2735213"/>
              <a:gd name="connsiteX8" fmla="*/ 3083122 w 6642893"/>
              <a:gd name="connsiteY8" fmla="*/ 553484 h 2735213"/>
              <a:gd name="connsiteX0" fmla="*/ 3083122 w 6643865"/>
              <a:gd name="connsiteY0" fmla="*/ 553484 h 2735213"/>
              <a:gd name="connsiteX1" fmla="*/ 1084504 w 6643865"/>
              <a:gd name="connsiteY1" fmla="*/ 17907 h 2735213"/>
              <a:gd name="connsiteX2" fmla="*/ 287 w 6643865"/>
              <a:gd name="connsiteY2" fmla="*/ 1350317 h 2735213"/>
              <a:gd name="connsiteX3" fmla="*/ 927750 w 6643865"/>
              <a:gd name="connsiteY3" fmla="*/ 2630479 h 2735213"/>
              <a:gd name="connsiteX4" fmla="*/ 3043933 w 6643865"/>
              <a:gd name="connsiteY4" fmla="*/ 2173278 h 2735213"/>
              <a:gd name="connsiteX5" fmla="*/ 5643441 w 6643865"/>
              <a:gd name="connsiteY5" fmla="*/ 2721919 h 2735213"/>
              <a:gd name="connsiteX6" fmla="*/ 6636219 w 6643865"/>
              <a:gd name="connsiteY6" fmla="*/ 1337256 h 2735213"/>
              <a:gd name="connsiteX7" fmla="*/ 5316870 w 6643865"/>
              <a:gd name="connsiteY7" fmla="*/ 135473 h 2735213"/>
              <a:gd name="connsiteX8" fmla="*/ 3083122 w 6643865"/>
              <a:gd name="connsiteY8" fmla="*/ 553484 h 2735213"/>
              <a:gd name="connsiteX0" fmla="*/ 3083122 w 6636339"/>
              <a:gd name="connsiteY0" fmla="*/ 553484 h 2735213"/>
              <a:gd name="connsiteX1" fmla="*/ 1084504 w 6636339"/>
              <a:gd name="connsiteY1" fmla="*/ 17907 h 2735213"/>
              <a:gd name="connsiteX2" fmla="*/ 287 w 6636339"/>
              <a:gd name="connsiteY2" fmla="*/ 1350317 h 2735213"/>
              <a:gd name="connsiteX3" fmla="*/ 927750 w 6636339"/>
              <a:gd name="connsiteY3" fmla="*/ 2630479 h 2735213"/>
              <a:gd name="connsiteX4" fmla="*/ 3043933 w 6636339"/>
              <a:gd name="connsiteY4" fmla="*/ 2173278 h 2735213"/>
              <a:gd name="connsiteX5" fmla="*/ 5643441 w 6636339"/>
              <a:gd name="connsiteY5" fmla="*/ 2721919 h 2735213"/>
              <a:gd name="connsiteX6" fmla="*/ 6636219 w 6636339"/>
              <a:gd name="connsiteY6" fmla="*/ 1337256 h 2735213"/>
              <a:gd name="connsiteX7" fmla="*/ 5316870 w 6636339"/>
              <a:gd name="connsiteY7" fmla="*/ 135473 h 2735213"/>
              <a:gd name="connsiteX8" fmla="*/ 3083122 w 6636339"/>
              <a:gd name="connsiteY8" fmla="*/ 553484 h 2735213"/>
              <a:gd name="connsiteX0" fmla="*/ 3083122 w 6636339"/>
              <a:gd name="connsiteY0" fmla="*/ 541008 h 2722737"/>
              <a:gd name="connsiteX1" fmla="*/ 1084504 w 6636339"/>
              <a:gd name="connsiteY1" fmla="*/ 5431 h 2722737"/>
              <a:gd name="connsiteX2" fmla="*/ 287 w 6636339"/>
              <a:gd name="connsiteY2" fmla="*/ 1337841 h 2722737"/>
              <a:gd name="connsiteX3" fmla="*/ 927750 w 6636339"/>
              <a:gd name="connsiteY3" fmla="*/ 2618003 h 2722737"/>
              <a:gd name="connsiteX4" fmla="*/ 3043933 w 6636339"/>
              <a:gd name="connsiteY4" fmla="*/ 2160802 h 2722737"/>
              <a:gd name="connsiteX5" fmla="*/ 5643441 w 6636339"/>
              <a:gd name="connsiteY5" fmla="*/ 2709443 h 2722737"/>
              <a:gd name="connsiteX6" fmla="*/ 6636219 w 6636339"/>
              <a:gd name="connsiteY6" fmla="*/ 1324780 h 2722737"/>
              <a:gd name="connsiteX7" fmla="*/ 5316870 w 6636339"/>
              <a:gd name="connsiteY7" fmla="*/ 122997 h 2722737"/>
              <a:gd name="connsiteX8" fmla="*/ 3083122 w 6636339"/>
              <a:gd name="connsiteY8" fmla="*/ 541008 h 2722737"/>
              <a:gd name="connsiteX0" fmla="*/ 3083122 w 6636351"/>
              <a:gd name="connsiteY0" fmla="*/ 541008 h 2722737"/>
              <a:gd name="connsiteX1" fmla="*/ 1084504 w 6636351"/>
              <a:gd name="connsiteY1" fmla="*/ 5431 h 2722737"/>
              <a:gd name="connsiteX2" fmla="*/ 287 w 6636351"/>
              <a:gd name="connsiteY2" fmla="*/ 1337841 h 2722737"/>
              <a:gd name="connsiteX3" fmla="*/ 927750 w 6636351"/>
              <a:gd name="connsiteY3" fmla="*/ 2618003 h 2722737"/>
              <a:gd name="connsiteX4" fmla="*/ 3043933 w 6636351"/>
              <a:gd name="connsiteY4" fmla="*/ 2160802 h 2722737"/>
              <a:gd name="connsiteX5" fmla="*/ 5643441 w 6636351"/>
              <a:gd name="connsiteY5" fmla="*/ 2709443 h 2722737"/>
              <a:gd name="connsiteX6" fmla="*/ 6636219 w 6636351"/>
              <a:gd name="connsiteY6" fmla="*/ 1324780 h 2722737"/>
              <a:gd name="connsiteX7" fmla="*/ 5316870 w 6636351"/>
              <a:gd name="connsiteY7" fmla="*/ 122997 h 2722737"/>
              <a:gd name="connsiteX8" fmla="*/ 3083122 w 6636351"/>
              <a:gd name="connsiteY8" fmla="*/ 541008 h 2722737"/>
              <a:gd name="connsiteX0" fmla="*/ 3083122 w 6636351"/>
              <a:gd name="connsiteY0" fmla="*/ 541008 h 2722737"/>
              <a:gd name="connsiteX1" fmla="*/ 1084504 w 6636351"/>
              <a:gd name="connsiteY1" fmla="*/ 5431 h 2722737"/>
              <a:gd name="connsiteX2" fmla="*/ 287 w 6636351"/>
              <a:gd name="connsiteY2" fmla="*/ 1337841 h 2722737"/>
              <a:gd name="connsiteX3" fmla="*/ 927750 w 6636351"/>
              <a:gd name="connsiteY3" fmla="*/ 2618003 h 2722737"/>
              <a:gd name="connsiteX4" fmla="*/ 3043933 w 6636351"/>
              <a:gd name="connsiteY4" fmla="*/ 2160802 h 2722737"/>
              <a:gd name="connsiteX5" fmla="*/ 5643441 w 6636351"/>
              <a:gd name="connsiteY5" fmla="*/ 2709443 h 2722737"/>
              <a:gd name="connsiteX6" fmla="*/ 6636219 w 6636351"/>
              <a:gd name="connsiteY6" fmla="*/ 1324780 h 2722737"/>
              <a:gd name="connsiteX7" fmla="*/ 5316870 w 6636351"/>
              <a:gd name="connsiteY7" fmla="*/ 122997 h 2722737"/>
              <a:gd name="connsiteX8" fmla="*/ 3083122 w 6636351"/>
              <a:gd name="connsiteY8" fmla="*/ 541008 h 2722737"/>
              <a:gd name="connsiteX0" fmla="*/ 3083122 w 6636351"/>
              <a:gd name="connsiteY0" fmla="*/ 541008 h 2722737"/>
              <a:gd name="connsiteX1" fmla="*/ 1084504 w 6636351"/>
              <a:gd name="connsiteY1" fmla="*/ 5431 h 2722737"/>
              <a:gd name="connsiteX2" fmla="*/ 287 w 6636351"/>
              <a:gd name="connsiteY2" fmla="*/ 1337841 h 2722737"/>
              <a:gd name="connsiteX3" fmla="*/ 927750 w 6636351"/>
              <a:gd name="connsiteY3" fmla="*/ 2618003 h 2722737"/>
              <a:gd name="connsiteX4" fmla="*/ 3043933 w 6636351"/>
              <a:gd name="connsiteY4" fmla="*/ 2160802 h 2722737"/>
              <a:gd name="connsiteX5" fmla="*/ 5643441 w 6636351"/>
              <a:gd name="connsiteY5" fmla="*/ 2709443 h 2722737"/>
              <a:gd name="connsiteX6" fmla="*/ 6636219 w 6636351"/>
              <a:gd name="connsiteY6" fmla="*/ 1324780 h 2722737"/>
              <a:gd name="connsiteX7" fmla="*/ 5316870 w 6636351"/>
              <a:gd name="connsiteY7" fmla="*/ 122997 h 2722737"/>
              <a:gd name="connsiteX8" fmla="*/ 3083122 w 6636351"/>
              <a:gd name="connsiteY8" fmla="*/ 541008 h 2722737"/>
              <a:gd name="connsiteX0" fmla="*/ 3083122 w 6638161"/>
              <a:gd name="connsiteY0" fmla="*/ 541008 h 2722737"/>
              <a:gd name="connsiteX1" fmla="*/ 1084504 w 6638161"/>
              <a:gd name="connsiteY1" fmla="*/ 5431 h 2722737"/>
              <a:gd name="connsiteX2" fmla="*/ 287 w 6638161"/>
              <a:gd name="connsiteY2" fmla="*/ 1337841 h 2722737"/>
              <a:gd name="connsiteX3" fmla="*/ 927750 w 6638161"/>
              <a:gd name="connsiteY3" fmla="*/ 2618003 h 2722737"/>
              <a:gd name="connsiteX4" fmla="*/ 3043933 w 6638161"/>
              <a:gd name="connsiteY4" fmla="*/ 2160802 h 2722737"/>
              <a:gd name="connsiteX5" fmla="*/ 5643441 w 6638161"/>
              <a:gd name="connsiteY5" fmla="*/ 2709443 h 2722737"/>
              <a:gd name="connsiteX6" fmla="*/ 6636219 w 6638161"/>
              <a:gd name="connsiteY6" fmla="*/ 1324780 h 2722737"/>
              <a:gd name="connsiteX7" fmla="*/ 5316870 w 6638161"/>
              <a:gd name="connsiteY7" fmla="*/ 122997 h 2722737"/>
              <a:gd name="connsiteX8" fmla="*/ 3083122 w 6638161"/>
              <a:gd name="connsiteY8" fmla="*/ 541008 h 2722737"/>
              <a:gd name="connsiteX0" fmla="*/ 3083122 w 6637312"/>
              <a:gd name="connsiteY0" fmla="*/ 541008 h 2716053"/>
              <a:gd name="connsiteX1" fmla="*/ 1084504 w 6637312"/>
              <a:gd name="connsiteY1" fmla="*/ 5431 h 2716053"/>
              <a:gd name="connsiteX2" fmla="*/ 287 w 6637312"/>
              <a:gd name="connsiteY2" fmla="*/ 1337841 h 2716053"/>
              <a:gd name="connsiteX3" fmla="*/ 927750 w 6637312"/>
              <a:gd name="connsiteY3" fmla="*/ 2618003 h 2716053"/>
              <a:gd name="connsiteX4" fmla="*/ 3043933 w 6637312"/>
              <a:gd name="connsiteY4" fmla="*/ 2160802 h 2716053"/>
              <a:gd name="connsiteX5" fmla="*/ 5643441 w 6637312"/>
              <a:gd name="connsiteY5" fmla="*/ 2709443 h 2716053"/>
              <a:gd name="connsiteX6" fmla="*/ 6636219 w 6637312"/>
              <a:gd name="connsiteY6" fmla="*/ 1324780 h 2716053"/>
              <a:gd name="connsiteX7" fmla="*/ 5316870 w 6637312"/>
              <a:gd name="connsiteY7" fmla="*/ 122997 h 2716053"/>
              <a:gd name="connsiteX8" fmla="*/ 3083122 w 6637312"/>
              <a:gd name="connsiteY8" fmla="*/ 541008 h 2716053"/>
              <a:gd name="connsiteX0" fmla="*/ 3083122 w 6638544"/>
              <a:gd name="connsiteY0" fmla="*/ 541008 h 2639268"/>
              <a:gd name="connsiteX1" fmla="*/ 1084504 w 6638544"/>
              <a:gd name="connsiteY1" fmla="*/ 5431 h 2639268"/>
              <a:gd name="connsiteX2" fmla="*/ 287 w 6638544"/>
              <a:gd name="connsiteY2" fmla="*/ 1337841 h 2639268"/>
              <a:gd name="connsiteX3" fmla="*/ 927750 w 6638544"/>
              <a:gd name="connsiteY3" fmla="*/ 2618003 h 2639268"/>
              <a:gd name="connsiteX4" fmla="*/ 3043933 w 6638544"/>
              <a:gd name="connsiteY4" fmla="*/ 2160802 h 2639268"/>
              <a:gd name="connsiteX5" fmla="*/ 5583682 w 6638544"/>
              <a:gd name="connsiteY5" fmla="*/ 2473468 h 2639268"/>
              <a:gd name="connsiteX6" fmla="*/ 6636219 w 6638544"/>
              <a:gd name="connsiteY6" fmla="*/ 1324780 h 2639268"/>
              <a:gd name="connsiteX7" fmla="*/ 5316870 w 6638544"/>
              <a:gd name="connsiteY7" fmla="*/ 122997 h 2639268"/>
              <a:gd name="connsiteX8" fmla="*/ 3083122 w 6638544"/>
              <a:gd name="connsiteY8" fmla="*/ 541008 h 2639268"/>
              <a:gd name="connsiteX0" fmla="*/ 3083122 w 6641361"/>
              <a:gd name="connsiteY0" fmla="*/ 541008 h 2639268"/>
              <a:gd name="connsiteX1" fmla="*/ 1084504 w 6641361"/>
              <a:gd name="connsiteY1" fmla="*/ 5431 h 2639268"/>
              <a:gd name="connsiteX2" fmla="*/ 287 w 6641361"/>
              <a:gd name="connsiteY2" fmla="*/ 1337841 h 2639268"/>
              <a:gd name="connsiteX3" fmla="*/ 927750 w 6641361"/>
              <a:gd name="connsiteY3" fmla="*/ 2618003 h 2639268"/>
              <a:gd name="connsiteX4" fmla="*/ 3043933 w 6641361"/>
              <a:gd name="connsiteY4" fmla="*/ 2160802 h 2639268"/>
              <a:gd name="connsiteX5" fmla="*/ 5583682 w 6641361"/>
              <a:gd name="connsiteY5" fmla="*/ 2473468 h 2639268"/>
              <a:gd name="connsiteX6" fmla="*/ 6636219 w 6641361"/>
              <a:gd name="connsiteY6" fmla="*/ 1324780 h 2639268"/>
              <a:gd name="connsiteX7" fmla="*/ 5316870 w 6641361"/>
              <a:gd name="connsiteY7" fmla="*/ 122997 h 2639268"/>
              <a:gd name="connsiteX8" fmla="*/ 3083122 w 6641361"/>
              <a:gd name="connsiteY8" fmla="*/ 541008 h 2639268"/>
              <a:gd name="connsiteX0" fmla="*/ 3083122 w 6636432"/>
              <a:gd name="connsiteY0" fmla="*/ 541008 h 2639421"/>
              <a:gd name="connsiteX1" fmla="*/ 1084504 w 6636432"/>
              <a:gd name="connsiteY1" fmla="*/ 5431 h 2639421"/>
              <a:gd name="connsiteX2" fmla="*/ 287 w 6636432"/>
              <a:gd name="connsiteY2" fmla="*/ 1337841 h 2639421"/>
              <a:gd name="connsiteX3" fmla="*/ 927750 w 6636432"/>
              <a:gd name="connsiteY3" fmla="*/ 2618003 h 2639421"/>
              <a:gd name="connsiteX4" fmla="*/ 3043933 w 6636432"/>
              <a:gd name="connsiteY4" fmla="*/ 2160802 h 2639421"/>
              <a:gd name="connsiteX5" fmla="*/ 5233666 w 6636432"/>
              <a:gd name="connsiteY5" fmla="*/ 2443971 h 2639421"/>
              <a:gd name="connsiteX6" fmla="*/ 6636219 w 6636432"/>
              <a:gd name="connsiteY6" fmla="*/ 1324780 h 2639421"/>
              <a:gd name="connsiteX7" fmla="*/ 5316870 w 6636432"/>
              <a:gd name="connsiteY7" fmla="*/ 122997 h 2639421"/>
              <a:gd name="connsiteX8" fmla="*/ 3083122 w 6636432"/>
              <a:gd name="connsiteY8" fmla="*/ 541008 h 2639421"/>
              <a:gd name="connsiteX0" fmla="*/ 3083122 w 6388982"/>
              <a:gd name="connsiteY0" fmla="*/ 541008 h 2639421"/>
              <a:gd name="connsiteX1" fmla="*/ 1084504 w 6388982"/>
              <a:gd name="connsiteY1" fmla="*/ 5431 h 2639421"/>
              <a:gd name="connsiteX2" fmla="*/ 287 w 6388982"/>
              <a:gd name="connsiteY2" fmla="*/ 1337841 h 2639421"/>
              <a:gd name="connsiteX3" fmla="*/ 927750 w 6388982"/>
              <a:gd name="connsiteY3" fmla="*/ 2618003 h 2639421"/>
              <a:gd name="connsiteX4" fmla="*/ 3043933 w 6388982"/>
              <a:gd name="connsiteY4" fmla="*/ 2160802 h 2639421"/>
              <a:gd name="connsiteX5" fmla="*/ 5233666 w 6388982"/>
              <a:gd name="connsiteY5" fmla="*/ 2443971 h 2639421"/>
              <a:gd name="connsiteX6" fmla="*/ 6388647 w 6388982"/>
              <a:gd name="connsiteY6" fmla="*/ 1339529 h 2639421"/>
              <a:gd name="connsiteX7" fmla="*/ 5316870 w 6388982"/>
              <a:gd name="connsiteY7" fmla="*/ 122997 h 2639421"/>
              <a:gd name="connsiteX8" fmla="*/ 3083122 w 6388982"/>
              <a:gd name="connsiteY8" fmla="*/ 541008 h 2639421"/>
              <a:gd name="connsiteX0" fmla="*/ 3083122 w 6391088"/>
              <a:gd name="connsiteY0" fmla="*/ 541008 h 2639421"/>
              <a:gd name="connsiteX1" fmla="*/ 1084504 w 6391088"/>
              <a:gd name="connsiteY1" fmla="*/ 5431 h 2639421"/>
              <a:gd name="connsiteX2" fmla="*/ 287 w 6391088"/>
              <a:gd name="connsiteY2" fmla="*/ 1337841 h 2639421"/>
              <a:gd name="connsiteX3" fmla="*/ 927750 w 6391088"/>
              <a:gd name="connsiteY3" fmla="*/ 2618003 h 2639421"/>
              <a:gd name="connsiteX4" fmla="*/ 3043933 w 6391088"/>
              <a:gd name="connsiteY4" fmla="*/ 2160802 h 2639421"/>
              <a:gd name="connsiteX5" fmla="*/ 5233666 w 6391088"/>
              <a:gd name="connsiteY5" fmla="*/ 2443971 h 2639421"/>
              <a:gd name="connsiteX6" fmla="*/ 6388647 w 6391088"/>
              <a:gd name="connsiteY6" fmla="*/ 1339529 h 2639421"/>
              <a:gd name="connsiteX7" fmla="*/ 5316870 w 6391088"/>
              <a:gd name="connsiteY7" fmla="*/ 122997 h 2639421"/>
              <a:gd name="connsiteX8" fmla="*/ 3083122 w 6391088"/>
              <a:gd name="connsiteY8" fmla="*/ 541008 h 2639421"/>
              <a:gd name="connsiteX0" fmla="*/ 3083122 w 6391088"/>
              <a:gd name="connsiteY0" fmla="*/ 541008 h 2639421"/>
              <a:gd name="connsiteX1" fmla="*/ 1084504 w 6391088"/>
              <a:gd name="connsiteY1" fmla="*/ 5431 h 2639421"/>
              <a:gd name="connsiteX2" fmla="*/ 287 w 6391088"/>
              <a:gd name="connsiteY2" fmla="*/ 1337841 h 2639421"/>
              <a:gd name="connsiteX3" fmla="*/ 927750 w 6391088"/>
              <a:gd name="connsiteY3" fmla="*/ 2618003 h 2639421"/>
              <a:gd name="connsiteX4" fmla="*/ 3043933 w 6391088"/>
              <a:gd name="connsiteY4" fmla="*/ 2160802 h 2639421"/>
              <a:gd name="connsiteX5" fmla="*/ 5233666 w 6391088"/>
              <a:gd name="connsiteY5" fmla="*/ 2443971 h 2639421"/>
              <a:gd name="connsiteX6" fmla="*/ 6388647 w 6391088"/>
              <a:gd name="connsiteY6" fmla="*/ 1339529 h 2639421"/>
              <a:gd name="connsiteX7" fmla="*/ 5316870 w 6391088"/>
              <a:gd name="connsiteY7" fmla="*/ 122997 h 2639421"/>
              <a:gd name="connsiteX8" fmla="*/ 3083122 w 6391088"/>
              <a:gd name="connsiteY8" fmla="*/ 541008 h 2639421"/>
              <a:gd name="connsiteX0" fmla="*/ 3082855 w 6390821"/>
              <a:gd name="connsiteY0" fmla="*/ 419948 h 2518361"/>
              <a:gd name="connsiteX1" fmla="*/ 947645 w 6390821"/>
              <a:gd name="connsiteY1" fmla="*/ 39229 h 2518361"/>
              <a:gd name="connsiteX2" fmla="*/ 20 w 6390821"/>
              <a:gd name="connsiteY2" fmla="*/ 1216781 h 2518361"/>
              <a:gd name="connsiteX3" fmla="*/ 927483 w 6390821"/>
              <a:gd name="connsiteY3" fmla="*/ 2496943 h 2518361"/>
              <a:gd name="connsiteX4" fmla="*/ 3043666 w 6390821"/>
              <a:gd name="connsiteY4" fmla="*/ 2039742 h 2518361"/>
              <a:gd name="connsiteX5" fmla="*/ 5233399 w 6390821"/>
              <a:gd name="connsiteY5" fmla="*/ 2322911 h 2518361"/>
              <a:gd name="connsiteX6" fmla="*/ 6388380 w 6390821"/>
              <a:gd name="connsiteY6" fmla="*/ 1218469 h 2518361"/>
              <a:gd name="connsiteX7" fmla="*/ 5316603 w 6390821"/>
              <a:gd name="connsiteY7" fmla="*/ 1937 h 2518361"/>
              <a:gd name="connsiteX8" fmla="*/ 3082855 w 6390821"/>
              <a:gd name="connsiteY8" fmla="*/ 419948 h 2518361"/>
              <a:gd name="connsiteX0" fmla="*/ 3082855 w 6390821"/>
              <a:gd name="connsiteY0" fmla="*/ 419948 h 2518361"/>
              <a:gd name="connsiteX1" fmla="*/ 947645 w 6390821"/>
              <a:gd name="connsiteY1" fmla="*/ 39229 h 2518361"/>
              <a:gd name="connsiteX2" fmla="*/ 20 w 6390821"/>
              <a:gd name="connsiteY2" fmla="*/ 1216781 h 2518361"/>
              <a:gd name="connsiteX3" fmla="*/ 927483 w 6390821"/>
              <a:gd name="connsiteY3" fmla="*/ 2496943 h 2518361"/>
              <a:gd name="connsiteX4" fmla="*/ 3043666 w 6390821"/>
              <a:gd name="connsiteY4" fmla="*/ 2039742 h 2518361"/>
              <a:gd name="connsiteX5" fmla="*/ 5233399 w 6390821"/>
              <a:gd name="connsiteY5" fmla="*/ 2322911 h 2518361"/>
              <a:gd name="connsiteX6" fmla="*/ 6388380 w 6390821"/>
              <a:gd name="connsiteY6" fmla="*/ 1218469 h 2518361"/>
              <a:gd name="connsiteX7" fmla="*/ 5316603 w 6390821"/>
              <a:gd name="connsiteY7" fmla="*/ 1937 h 2518361"/>
              <a:gd name="connsiteX8" fmla="*/ 3082855 w 6390821"/>
              <a:gd name="connsiteY8" fmla="*/ 419948 h 2518361"/>
              <a:gd name="connsiteX0" fmla="*/ 3006026 w 6313992"/>
              <a:gd name="connsiteY0" fmla="*/ 419948 h 2520938"/>
              <a:gd name="connsiteX1" fmla="*/ 870816 w 6313992"/>
              <a:gd name="connsiteY1" fmla="*/ 39229 h 2520938"/>
              <a:gd name="connsiteX2" fmla="*/ 24 w 6313992"/>
              <a:gd name="connsiteY2" fmla="*/ 1157788 h 2520938"/>
              <a:gd name="connsiteX3" fmla="*/ 850654 w 6313992"/>
              <a:gd name="connsiteY3" fmla="*/ 2496943 h 2520938"/>
              <a:gd name="connsiteX4" fmla="*/ 2966837 w 6313992"/>
              <a:gd name="connsiteY4" fmla="*/ 2039742 h 2520938"/>
              <a:gd name="connsiteX5" fmla="*/ 5156570 w 6313992"/>
              <a:gd name="connsiteY5" fmla="*/ 2322911 h 2520938"/>
              <a:gd name="connsiteX6" fmla="*/ 6311551 w 6313992"/>
              <a:gd name="connsiteY6" fmla="*/ 1218469 h 2520938"/>
              <a:gd name="connsiteX7" fmla="*/ 5239774 w 6313992"/>
              <a:gd name="connsiteY7" fmla="*/ 1937 h 2520938"/>
              <a:gd name="connsiteX8" fmla="*/ 3006026 w 6313992"/>
              <a:gd name="connsiteY8" fmla="*/ 419948 h 2520938"/>
              <a:gd name="connsiteX0" fmla="*/ 3042413 w 6350379"/>
              <a:gd name="connsiteY0" fmla="*/ 419948 h 2520938"/>
              <a:gd name="connsiteX1" fmla="*/ 907203 w 6350379"/>
              <a:gd name="connsiteY1" fmla="*/ 39229 h 2520938"/>
              <a:gd name="connsiteX2" fmla="*/ 36411 w 6350379"/>
              <a:gd name="connsiteY2" fmla="*/ 1157788 h 2520938"/>
              <a:gd name="connsiteX3" fmla="*/ 887041 w 6350379"/>
              <a:gd name="connsiteY3" fmla="*/ 2496943 h 2520938"/>
              <a:gd name="connsiteX4" fmla="*/ 3003224 w 6350379"/>
              <a:gd name="connsiteY4" fmla="*/ 2039742 h 2520938"/>
              <a:gd name="connsiteX5" fmla="*/ 5192957 w 6350379"/>
              <a:gd name="connsiteY5" fmla="*/ 2322911 h 2520938"/>
              <a:gd name="connsiteX6" fmla="*/ 6347938 w 6350379"/>
              <a:gd name="connsiteY6" fmla="*/ 1218469 h 2520938"/>
              <a:gd name="connsiteX7" fmla="*/ 5276161 w 6350379"/>
              <a:gd name="connsiteY7" fmla="*/ 1937 h 2520938"/>
              <a:gd name="connsiteX8" fmla="*/ 3042413 w 6350379"/>
              <a:gd name="connsiteY8" fmla="*/ 419948 h 2520938"/>
              <a:gd name="connsiteX0" fmla="*/ 3006351 w 6314317"/>
              <a:gd name="connsiteY0" fmla="*/ 420014 h 2521004"/>
              <a:gd name="connsiteX1" fmla="*/ 930901 w 6314317"/>
              <a:gd name="connsiteY1" fmla="*/ 135160 h 2521004"/>
              <a:gd name="connsiteX2" fmla="*/ 349 w 6314317"/>
              <a:gd name="connsiteY2" fmla="*/ 1157854 h 2521004"/>
              <a:gd name="connsiteX3" fmla="*/ 850979 w 6314317"/>
              <a:gd name="connsiteY3" fmla="*/ 2497009 h 2521004"/>
              <a:gd name="connsiteX4" fmla="*/ 2967162 w 6314317"/>
              <a:gd name="connsiteY4" fmla="*/ 2039808 h 2521004"/>
              <a:gd name="connsiteX5" fmla="*/ 5156895 w 6314317"/>
              <a:gd name="connsiteY5" fmla="*/ 2322977 h 2521004"/>
              <a:gd name="connsiteX6" fmla="*/ 6311876 w 6314317"/>
              <a:gd name="connsiteY6" fmla="*/ 1218535 h 2521004"/>
              <a:gd name="connsiteX7" fmla="*/ 5240099 w 6314317"/>
              <a:gd name="connsiteY7" fmla="*/ 2003 h 2521004"/>
              <a:gd name="connsiteX8" fmla="*/ 3006351 w 6314317"/>
              <a:gd name="connsiteY8" fmla="*/ 420014 h 2521004"/>
              <a:gd name="connsiteX0" fmla="*/ 3032790 w 6340756"/>
              <a:gd name="connsiteY0" fmla="*/ 420014 h 2521004"/>
              <a:gd name="connsiteX1" fmla="*/ 957340 w 6340756"/>
              <a:gd name="connsiteY1" fmla="*/ 135160 h 2521004"/>
              <a:gd name="connsiteX2" fmla="*/ 26788 w 6340756"/>
              <a:gd name="connsiteY2" fmla="*/ 1157854 h 2521004"/>
              <a:gd name="connsiteX3" fmla="*/ 877418 w 6340756"/>
              <a:gd name="connsiteY3" fmla="*/ 2497009 h 2521004"/>
              <a:gd name="connsiteX4" fmla="*/ 2993601 w 6340756"/>
              <a:gd name="connsiteY4" fmla="*/ 2039808 h 2521004"/>
              <a:gd name="connsiteX5" fmla="*/ 5183334 w 6340756"/>
              <a:gd name="connsiteY5" fmla="*/ 2322977 h 2521004"/>
              <a:gd name="connsiteX6" fmla="*/ 6338315 w 6340756"/>
              <a:gd name="connsiteY6" fmla="*/ 1218535 h 2521004"/>
              <a:gd name="connsiteX7" fmla="*/ 5266538 w 6340756"/>
              <a:gd name="connsiteY7" fmla="*/ 2003 h 2521004"/>
              <a:gd name="connsiteX8" fmla="*/ 3032790 w 6340756"/>
              <a:gd name="connsiteY8" fmla="*/ 420014 h 2521004"/>
              <a:gd name="connsiteX0" fmla="*/ 3034188 w 6342154"/>
              <a:gd name="connsiteY0" fmla="*/ 420014 h 2500822"/>
              <a:gd name="connsiteX1" fmla="*/ 958738 w 6342154"/>
              <a:gd name="connsiteY1" fmla="*/ 135160 h 2500822"/>
              <a:gd name="connsiteX2" fmla="*/ 28186 w 6342154"/>
              <a:gd name="connsiteY2" fmla="*/ 1157854 h 2500822"/>
              <a:gd name="connsiteX3" fmla="*/ 878816 w 6342154"/>
              <a:gd name="connsiteY3" fmla="*/ 2497009 h 2500822"/>
              <a:gd name="connsiteX4" fmla="*/ 2994999 w 6342154"/>
              <a:gd name="connsiteY4" fmla="*/ 2039808 h 2500822"/>
              <a:gd name="connsiteX5" fmla="*/ 5184732 w 6342154"/>
              <a:gd name="connsiteY5" fmla="*/ 2322977 h 2500822"/>
              <a:gd name="connsiteX6" fmla="*/ 6339713 w 6342154"/>
              <a:gd name="connsiteY6" fmla="*/ 1218535 h 2500822"/>
              <a:gd name="connsiteX7" fmla="*/ 5267936 w 6342154"/>
              <a:gd name="connsiteY7" fmla="*/ 2003 h 2500822"/>
              <a:gd name="connsiteX8" fmla="*/ 3034188 w 6342154"/>
              <a:gd name="connsiteY8" fmla="*/ 420014 h 2500822"/>
              <a:gd name="connsiteX0" fmla="*/ 3034188 w 6342154"/>
              <a:gd name="connsiteY0" fmla="*/ 420014 h 2500822"/>
              <a:gd name="connsiteX1" fmla="*/ 958738 w 6342154"/>
              <a:gd name="connsiteY1" fmla="*/ 135160 h 2500822"/>
              <a:gd name="connsiteX2" fmla="*/ 28186 w 6342154"/>
              <a:gd name="connsiteY2" fmla="*/ 1157854 h 2500822"/>
              <a:gd name="connsiteX3" fmla="*/ 878816 w 6342154"/>
              <a:gd name="connsiteY3" fmla="*/ 2497009 h 2500822"/>
              <a:gd name="connsiteX4" fmla="*/ 2994999 w 6342154"/>
              <a:gd name="connsiteY4" fmla="*/ 2039808 h 2500822"/>
              <a:gd name="connsiteX5" fmla="*/ 5184732 w 6342154"/>
              <a:gd name="connsiteY5" fmla="*/ 2322977 h 2500822"/>
              <a:gd name="connsiteX6" fmla="*/ 6339713 w 6342154"/>
              <a:gd name="connsiteY6" fmla="*/ 1218535 h 2500822"/>
              <a:gd name="connsiteX7" fmla="*/ 5267936 w 6342154"/>
              <a:gd name="connsiteY7" fmla="*/ 2003 h 2500822"/>
              <a:gd name="connsiteX8" fmla="*/ 3034188 w 6342154"/>
              <a:gd name="connsiteY8" fmla="*/ 420014 h 2500822"/>
              <a:gd name="connsiteX0" fmla="*/ 3006028 w 6313994"/>
              <a:gd name="connsiteY0" fmla="*/ 420019 h 2500827"/>
              <a:gd name="connsiteX1" fmla="*/ 870820 w 6313994"/>
              <a:gd name="connsiteY1" fmla="*/ 142539 h 2500827"/>
              <a:gd name="connsiteX2" fmla="*/ 26 w 6313994"/>
              <a:gd name="connsiteY2" fmla="*/ 1157859 h 2500827"/>
              <a:gd name="connsiteX3" fmla="*/ 850656 w 6313994"/>
              <a:gd name="connsiteY3" fmla="*/ 2497014 h 2500827"/>
              <a:gd name="connsiteX4" fmla="*/ 2966839 w 6313994"/>
              <a:gd name="connsiteY4" fmla="*/ 2039813 h 2500827"/>
              <a:gd name="connsiteX5" fmla="*/ 5156572 w 6313994"/>
              <a:gd name="connsiteY5" fmla="*/ 2322982 h 2500827"/>
              <a:gd name="connsiteX6" fmla="*/ 6311553 w 6313994"/>
              <a:gd name="connsiteY6" fmla="*/ 1218540 h 2500827"/>
              <a:gd name="connsiteX7" fmla="*/ 5239776 w 6313994"/>
              <a:gd name="connsiteY7" fmla="*/ 2008 h 2500827"/>
              <a:gd name="connsiteX8" fmla="*/ 3006028 w 6313994"/>
              <a:gd name="connsiteY8" fmla="*/ 420019 h 2500827"/>
              <a:gd name="connsiteX0" fmla="*/ 3009887 w 6317853"/>
              <a:gd name="connsiteY0" fmla="*/ 420019 h 2500827"/>
              <a:gd name="connsiteX1" fmla="*/ 874679 w 6317853"/>
              <a:gd name="connsiteY1" fmla="*/ 142539 h 2500827"/>
              <a:gd name="connsiteX2" fmla="*/ 3885 w 6317853"/>
              <a:gd name="connsiteY2" fmla="*/ 1157859 h 2500827"/>
              <a:gd name="connsiteX3" fmla="*/ 854515 w 6317853"/>
              <a:gd name="connsiteY3" fmla="*/ 2497014 h 2500827"/>
              <a:gd name="connsiteX4" fmla="*/ 2970698 w 6317853"/>
              <a:gd name="connsiteY4" fmla="*/ 2039813 h 2500827"/>
              <a:gd name="connsiteX5" fmla="*/ 5160431 w 6317853"/>
              <a:gd name="connsiteY5" fmla="*/ 2322982 h 2500827"/>
              <a:gd name="connsiteX6" fmla="*/ 6315412 w 6317853"/>
              <a:gd name="connsiteY6" fmla="*/ 1218540 h 2500827"/>
              <a:gd name="connsiteX7" fmla="*/ 5243635 w 6317853"/>
              <a:gd name="connsiteY7" fmla="*/ 2008 h 2500827"/>
              <a:gd name="connsiteX8" fmla="*/ 3009887 w 6317853"/>
              <a:gd name="connsiteY8" fmla="*/ 420019 h 2500827"/>
              <a:gd name="connsiteX0" fmla="*/ 3007671 w 6315637"/>
              <a:gd name="connsiteY0" fmla="*/ 420019 h 2500827"/>
              <a:gd name="connsiteX1" fmla="*/ 872463 w 6315637"/>
              <a:gd name="connsiteY1" fmla="*/ 142539 h 2500827"/>
              <a:gd name="connsiteX2" fmla="*/ 1669 w 6315637"/>
              <a:gd name="connsiteY2" fmla="*/ 1157859 h 2500827"/>
              <a:gd name="connsiteX3" fmla="*/ 852299 w 6315637"/>
              <a:gd name="connsiteY3" fmla="*/ 2497014 h 2500827"/>
              <a:gd name="connsiteX4" fmla="*/ 2968482 w 6315637"/>
              <a:gd name="connsiteY4" fmla="*/ 2039813 h 2500827"/>
              <a:gd name="connsiteX5" fmla="*/ 5158215 w 6315637"/>
              <a:gd name="connsiteY5" fmla="*/ 2322982 h 2500827"/>
              <a:gd name="connsiteX6" fmla="*/ 6313196 w 6315637"/>
              <a:gd name="connsiteY6" fmla="*/ 1218540 h 2500827"/>
              <a:gd name="connsiteX7" fmla="*/ 5241419 w 6315637"/>
              <a:gd name="connsiteY7" fmla="*/ 2008 h 2500827"/>
              <a:gd name="connsiteX8" fmla="*/ 3007671 w 6315637"/>
              <a:gd name="connsiteY8" fmla="*/ 420019 h 2500827"/>
              <a:gd name="connsiteX0" fmla="*/ 3007671 w 6315637"/>
              <a:gd name="connsiteY0" fmla="*/ 420019 h 2500827"/>
              <a:gd name="connsiteX1" fmla="*/ 872463 w 6315637"/>
              <a:gd name="connsiteY1" fmla="*/ 142539 h 2500827"/>
              <a:gd name="connsiteX2" fmla="*/ 1669 w 6315637"/>
              <a:gd name="connsiteY2" fmla="*/ 1157859 h 2500827"/>
              <a:gd name="connsiteX3" fmla="*/ 852299 w 6315637"/>
              <a:gd name="connsiteY3" fmla="*/ 2497014 h 2500827"/>
              <a:gd name="connsiteX4" fmla="*/ 2968482 w 6315637"/>
              <a:gd name="connsiteY4" fmla="*/ 2039813 h 2500827"/>
              <a:gd name="connsiteX5" fmla="*/ 5158215 w 6315637"/>
              <a:gd name="connsiteY5" fmla="*/ 2322982 h 2500827"/>
              <a:gd name="connsiteX6" fmla="*/ 6313196 w 6315637"/>
              <a:gd name="connsiteY6" fmla="*/ 1218540 h 2500827"/>
              <a:gd name="connsiteX7" fmla="*/ 5241419 w 6315637"/>
              <a:gd name="connsiteY7" fmla="*/ 2008 h 2500827"/>
              <a:gd name="connsiteX8" fmla="*/ 3007671 w 6315637"/>
              <a:gd name="connsiteY8" fmla="*/ 420019 h 2500827"/>
              <a:gd name="connsiteX0" fmla="*/ 3009534 w 6317500"/>
              <a:gd name="connsiteY0" fmla="*/ 420019 h 2521009"/>
              <a:gd name="connsiteX1" fmla="*/ 874326 w 6317500"/>
              <a:gd name="connsiteY1" fmla="*/ 142539 h 2521009"/>
              <a:gd name="connsiteX2" fmla="*/ 3532 w 6317500"/>
              <a:gd name="connsiteY2" fmla="*/ 1157859 h 2521009"/>
              <a:gd name="connsiteX3" fmla="*/ 854162 w 6317500"/>
              <a:gd name="connsiteY3" fmla="*/ 2497014 h 2521009"/>
              <a:gd name="connsiteX4" fmla="*/ 2970345 w 6317500"/>
              <a:gd name="connsiteY4" fmla="*/ 2039813 h 2521009"/>
              <a:gd name="connsiteX5" fmla="*/ 5160078 w 6317500"/>
              <a:gd name="connsiteY5" fmla="*/ 2322982 h 2521009"/>
              <a:gd name="connsiteX6" fmla="*/ 6315059 w 6317500"/>
              <a:gd name="connsiteY6" fmla="*/ 1218540 h 2521009"/>
              <a:gd name="connsiteX7" fmla="*/ 5243282 w 6317500"/>
              <a:gd name="connsiteY7" fmla="*/ 2008 h 2521009"/>
              <a:gd name="connsiteX8" fmla="*/ 3009534 w 6317500"/>
              <a:gd name="connsiteY8" fmla="*/ 420019 h 2521009"/>
              <a:gd name="connsiteX0" fmla="*/ 3011371 w 6319337"/>
              <a:gd name="connsiteY0" fmla="*/ 420019 h 2521009"/>
              <a:gd name="connsiteX1" fmla="*/ 1081050 w 6319337"/>
              <a:gd name="connsiteY1" fmla="*/ 142539 h 2521009"/>
              <a:gd name="connsiteX2" fmla="*/ 5369 w 6319337"/>
              <a:gd name="connsiteY2" fmla="*/ 1157859 h 2521009"/>
              <a:gd name="connsiteX3" fmla="*/ 855999 w 6319337"/>
              <a:gd name="connsiteY3" fmla="*/ 2497014 h 2521009"/>
              <a:gd name="connsiteX4" fmla="*/ 2972182 w 6319337"/>
              <a:gd name="connsiteY4" fmla="*/ 2039813 h 2521009"/>
              <a:gd name="connsiteX5" fmla="*/ 5161915 w 6319337"/>
              <a:gd name="connsiteY5" fmla="*/ 2322982 h 2521009"/>
              <a:gd name="connsiteX6" fmla="*/ 6316896 w 6319337"/>
              <a:gd name="connsiteY6" fmla="*/ 1218540 h 2521009"/>
              <a:gd name="connsiteX7" fmla="*/ 5245119 w 6319337"/>
              <a:gd name="connsiteY7" fmla="*/ 2008 h 2521009"/>
              <a:gd name="connsiteX8" fmla="*/ 3011371 w 6319337"/>
              <a:gd name="connsiteY8" fmla="*/ 420019 h 2521009"/>
              <a:gd name="connsiteX0" fmla="*/ 2915114 w 6223080"/>
              <a:gd name="connsiteY0" fmla="*/ 420019 h 2520357"/>
              <a:gd name="connsiteX1" fmla="*/ 984793 w 6223080"/>
              <a:gd name="connsiteY1" fmla="*/ 142539 h 2520357"/>
              <a:gd name="connsiteX2" fmla="*/ 3019 w 6223080"/>
              <a:gd name="connsiteY2" fmla="*/ 1172607 h 2520357"/>
              <a:gd name="connsiteX3" fmla="*/ 759742 w 6223080"/>
              <a:gd name="connsiteY3" fmla="*/ 2497014 h 2520357"/>
              <a:gd name="connsiteX4" fmla="*/ 2875925 w 6223080"/>
              <a:gd name="connsiteY4" fmla="*/ 2039813 h 2520357"/>
              <a:gd name="connsiteX5" fmla="*/ 5065658 w 6223080"/>
              <a:gd name="connsiteY5" fmla="*/ 2322982 h 2520357"/>
              <a:gd name="connsiteX6" fmla="*/ 6220639 w 6223080"/>
              <a:gd name="connsiteY6" fmla="*/ 1218540 h 2520357"/>
              <a:gd name="connsiteX7" fmla="*/ 5148862 w 6223080"/>
              <a:gd name="connsiteY7" fmla="*/ 2008 h 2520357"/>
              <a:gd name="connsiteX8" fmla="*/ 2915114 w 6223080"/>
              <a:gd name="connsiteY8" fmla="*/ 420019 h 2520357"/>
              <a:gd name="connsiteX0" fmla="*/ 2932101 w 6240067"/>
              <a:gd name="connsiteY0" fmla="*/ 420019 h 2520357"/>
              <a:gd name="connsiteX1" fmla="*/ 1001780 w 6240067"/>
              <a:gd name="connsiteY1" fmla="*/ 142539 h 2520357"/>
              <a:gd name="connsiteX2" fmla="*/ 20006 w 6240067"/>
              <a:gd name="connsiteY2" fmla="*/ 1172607 h 2520357"/>
              <a:gd name="connsiteX3" fmla="*/ 776729 w 6240067"/>
              <a:gd name="connsiteY3" fmla="*/ 2497014 h 2520357"/>
              <a:gd name="connsiteX4" fmla="*/ 2892912 w 6240067"/>
              <a:gd name="connsiteY4" fmla="*/ 2039813 h 2520357"/>
              <a:gd name="connsiteX5" fmla="*/ 5082645 w 6240067"/>
              <a:gd name="connsiteY5" fmla="*/ 2322982 h 2520357"/>
              <a:gd name="connsiteX6" fmla="*/ 6237626 w 6240067"/>
              <a:gd name="connsiteY6" fmla="*/ 1218540 h 2520357"/>
              <a:gd name="connsiteX7" fmla="*/ 5165849 w 6240067"/>
              <a:gd name="connsiteY7" fmla="*/ 2008 h 2520357"/>
              <a:gd name="connsiteX8" fmla="*/ 2932101 w 6240067"/>
              <a:gd name="connsiteY8" fmla="*/ 420019 h 2520357"/>
              <a:gd name="connsiteX0" fmla="*/ 2955831 w 6263797"/>
              <a:gd name="connsiteY0" fmla="*/ 420019 h 2520357"/>
              <a:gd name="connsiteX1" fmla="*/ 1025510 w 6263797"/>
              <a:gd name="connsiteY1" fmla="*/ 142539 h 2520357"/>
              <a:gd name="connsiteX2" fmla="*/ 43736 w 6263797"/>
              <a:gd name="connsiteY2" fmla="*/ 1172607 h 2520357"/>
              <a:gd name="connsiteX3" fmla="*/ 800459 w 6263797"/>
              <a:gd name="connsiteY3" fmla="*/ 2497014 h 2520357"/>
              <a:gd name="connsiteX4" fmla="*/ 2916642 w 6263797"/>
              <a:gd name="connsiteY4" fmla="*/ 2039813 h 2520357"/>
              <a:gd name="connsiteX5" fmla="*/ 5106375 w 6263797"/>
              <a:gd name="connsiteY5" fmla="*/ 2322982 h 2520357"/>
              <a:gd name="connsiteX6" fmla="*/ 6261356 w 6263797"/>
              <a:gd name="connsiteY6" fmla="*/ 1218540 h 2520357"/>
              <a:gd name="connsiteX7" fmla="*/ 5189579 w 6263797"/>
              <a:gd name="connsiteY7" fmla="*/ 2008 h 2520357"/>
              <a:gd name="connsiteX8" fmla="*/ 2955831 w 6263797"/>
              <a:gd name="connsiteY8" fmla="*/ 420019 h 2520357"/>
              <a:gd name="connsiteX0" fmla="*/ 2934500 w 6242466"/>
              <a:gd name="connsiteY0" fmla="*/ 420019 h 2520357"/>
              <a:gd name="connsiteX1" fmla="*/ 1004179 w 6242466"/>
              <a:gd name="connsiteY1" fmla="*/ 142539 h 2520357"/>
              <a:gd name="connsiteX2" fmla="*/ 22405 w 6242466"/>
              <a:gd name="connsiteY2" fmla="*/ 1172607 h 2520357"/>
              <a:gd name="connsiteX3" fmla="*/ 779128 w 6242466"/>
              <a:gd name="connsiteY3" fmla="*/ 2497014 h 2520357"/>
              <a:gd name="connsiteX4" fmla="*/ 2895311 w 6242466"/>
              <a:gd name="connsiteY4" fmla="*/ 2039813 h 2520357"/>
              <a:gd name="connsiteX5" fmla="*/ 5085044 w 6242466"/>
              <a:gd name="connsiteY5" fmla="*/ 2322982 h 2520357"/>
              <a:gd name="connsiteX6" fmla="*/ 6240025 w 6242466"/>
              <a:gd name="connsiteY6" fmla="*/ 1218540 h 2520357"/>
              <a:gd name="connsiteX7" fmla="*/ 5168248 w 6242466"/>
              <a:gd name="connsiteY7" fmla="*/ 2008 h 2520357"/>
              <a:gd name="connsiteX8" fmla="*/ 2934500 w 6242466"/>
              <a:gd name="connsiteY8" fmla="*/ 420019 h 2520357"/>
              <a:gd name="connsiteX0" fmla="*/ 2934500 w 6242466"/>
              <a:gd name="connsiteY0" fmla="*/ 420019 h 2520357"/>
              <a:gd name="connsiteX1" fmla="*/ 1004179 w 6242466"/>
              <a:gd name="connsiteY1" fmla="*/ 142539 h 2520357"/>
              <a:gd name="connsiteX2" fmla="*/ 22405 w 6242466"/>
              <a:gd name="connsiteY2" fmla="*/ 1172607 h 2520357"/>
              <a:gd name="connsiteX3" fmla="*/ 779128 w 6242466"/>
              <a:gd name="connsiteY3" fmla="*/ 2497014 h 2520357"/>
              <a:gd name="connsiteX4" fmla="*/ 2895311 w 6242466"/>
              <a:gd name="connsiteY4" fmla="*/ 2039813 h 2520357"/>
              <a:gd name="connsiteX5" fmla="*/ 5085044 w 6242466"/>
              <a:gd name="connsiteY5" fmla="*/ 2322982 h 2520357"/>
              <a:gd name="connsiteX6" fmla="*/ 6240025 w 6242466"/>
              <a:gd name="connsiteY6" fmla="*/ 1218540 h 2520357"/>
              <a:gd name="connsiteX7" fmla="*/ 5168248 w 6242466"/>
              <a:gd name="connsiteY7" fmla="*/ 2008 h 2520357"/>
              <a:gd name="connsiteX8" fmla="*/ 2934500 w 6242466"/>
              <a:gd name="connsiteY8" fmla="*/ 420019 h 2520357"/>
              <a:gd name="connsiteX0" fmla="*/ 2929780 w 6237746"/>
              <a:gd name="connsiteY0" fmla="*/ 420019 h 2520357"/>
              <a:gd name="connsiteX1" fmla="*/ 999459 w 6237746"/>
              <a:gd name="connsiteY1" fmla="*/ 142539 h 2520357"/>
              <a:gd name="connsiteX2" fmla="*/ 17685 w 6237746"/>
              <a:gd name="connsiteY2" fmla="*/ 1172607 h 2520357"/>
              <a:gd name="connsiteX3" fmla="*/ 774408 w 6237746"/>
              <a:gd name="connsiteY3" fmla="*/ 2497014 h 2520357"/>
              <a:gd name="connsiteX4" fmla="*/ 2890591 w 6237746"/>
              <a:gd name="connsiteY4" fmla="*/ 2039813 h 2520357"/>
              <a:gd name="connsiteX5" fmla="*/ 5080324 w 6237746"/>
              <a:gd name="connsiteY5" fmla="*/ 2322982 h 2520357"/>
              <a:gd name="connsiteX6" fmla="*/ 6235305 w 6237746"/>
              <a:gd name="connsiteY6" fmla="*/ 1218540 h 2520357"/>
              <a:gd name="connsiteX7" fmla="*/ 5163528 w 6237746"/>
              <a:gd name="connsiteY7" fmla="*/ 2008 h 2520357"/>
              <a:gd name="connsiteX8" fmla="*/ 2929780 w 6237746"/>
              <a:gd name="connsiteY8" fmla="*/ 420019 h 2520357"/>
              <a:gd name="connsiteX0" fmla="*/ 2929780 w 6237746"/>
              <a:gd name="connsiteY0" fmla="*/ 420019 h 2520357"/>
              <a:gd name="connsiteX1" fmla="*/ 999459 w 6237746"/>
              <a:gd name="connsiteY1" fmla="*/ 142539 h 2520357"/>
              <a:gd name="connsiteX2" fmla="*/ 17685 w 6237746"/>
              <a:gd name="connsiteY2" fmla="*/ 1172607 h 2520357"/>
              <a:gd name="connsiteX3" fmla="*/ 774408 w 6237746"/>
              <a:gd name="connsiteY3" fmla="*/ 2497014 h 2520357"/>
              <a:gd name="connsiteX4" fmla="*/ 2890591 w 6237746"/>
              <a:gd name="connsiteY4" fmla="*/ 2039813 h 2520357"/>
              <a:gd name="connsiteX5" fmla="*/ 5080324 w 6237746"/>
              <a:gd name="connsiteY5" fmla="*/ 2322982 h 2520357"/>
              <a:gd name="connsiteX6" fmla="*/ 6235305 w 6237746"/>
              <a:gd name="connsiteY6" fmla="*/ 1218540 h 2520357"/>
              <a:gd name="connsiteX7" fmla="*/ 5163528 w 6237746"/>
              <a:gd name="connsiteY7" fmla="*/ 2008 h 2520357"/>
              <a:gd name="connsiteX8" fmla="*/ 2929780 w 6237746"/>
              <a:gd name="connsiteY8" fmla="*/ 420019 h 2520357"/>
              <a:gd name="connsiteX0" fmla="*/ 2927701 w 6235667"/>
              <a:gd name="connsiteY0" fmla="*/ 420019 h 2506609"/>
              <a:gd name="connsiteX1" fmla="*/ 997380 w 6235667"/>
              <a:gd name="connsiteY1" fmla="*/ 142539 h 2506609"/>
              <a:gd name="connsiteX2" fmla="*/ 15606 w 6235667"/>
              <a:gd name="connsiteY2" fmla="*/ 1172607 h 2506609"/>
              <a:gd name="connsiteX3" fmla="*/ 772329 w 6235667"/>
              <a:gd name="connsiteY3" fmla="*/ 2497014 h 2506609"/>
              <a:gd name="connsiteX4" fmla="*/ 2888512 w 6235667"/>
              <a:gd name="connsiteY4" fmla="*/ 2039813 h 2506609"/>
              <a:gd name="connsiteX5" fmla="*/ 5078245 w 6235667"/>
              <a:gd name="connsiteY5" fmla="*/ 2322982 h 2506609"/>
              <a:gd name="connsiteX6" fmla="*/ 6233226 w 6235667"/>
              <a:gd name="connsiteY6" fmla="*/ 1218540 h 2506609"/>
              <a:gd name="connsiteX7" fmla="*/ 5161449 w 6235667"/>
              <a:gd name="connsiteY7" fmla="*/ 2008 h 2506609"/>
              <a:gd name="connsiteX8" fmla="*/ 2927701 w 6235667"/>
              <a:gd name="connsiteY8" fmla="*/ 420019 h 2506609"/>
              <a:gd name="connsiteX0" fmla="*/ 2938484 w 6246450"/>
              <a:gd name="connsiteY0" fmla="*/ 420019 h 2524352"/>
              <a:gd name="connsiteX1" fmla="*/ 1008163 w 6246450"/>
              <a:gd name="connsiteY1" fmla="*/ 142539 h 2524352"/>
              <a:gd name="connsiteX2" fmla="*/ 26389 w 6246450"/>
              <a:gd name="connsiteY2" fmla="*/ 1172607 h 2524352"/>
              <a:gd name="connsiteX3" fmla="*/ 783112 w 6246450"/>
              <a:gd name="connsiteY3" fmla="*/ 2497014 h 2524352"/>
              <a:gd name="connsiteX4" fmla="*/ 2899295 w 6246450"/>
              <a:gd name="connsiteY4" fmla="*/ 2039813 h 2524352"/>
              <a:gd name="connsiteX5" fmla="*/ 5089028 w 6246450"/>
              <a:gd name="connsiteY5" fmla="*/ 2322982 h 2524352"/>
              <a:gd name="connsiteX6" fmla="*/ 6244009 w 6246450"/>
              <a:gd name="connsiteY6" fmla="*/ 1218540 h 2524352"/>
              <a:gd name="connsiteX7" fmla="*/ 5172232 w 6246450"/>
              <a:gd name="connsiteY7" fmla="*/ 2008 h 2524352"/>
              <a:gd name="connsiteX8" fmla="*/ 2938484 w 6246450"/>
              <a:gd name="connsiteY8" fmla="*/ 420019 h 2524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6450" h="2524352">
                <a:moveTo>
                  <a:pt x="2938484" y="420019"/>
                </a:moveTo>
                <a:cubicBezTo>
                  <a:pt x="2244473" y="443441"/>
                  <a:pt x="1416678" y="68728"/>
                  <a:pt x="1008163" y="142539"/>
                </a:cubicBezTo>
                <a:cubicBezTo>
                  <a:pt x="599648" y="216350"/>
                  <a:pt x="132191" y="566344"/>
                  <a:pt x="26389" y="1172607"/>
                </a:cubicBezTo>
                <a:cubicBezTo>
                  <a:pt x="-79413" y="1778870"/>
                  <a:pt x="125018" y="2337731"/>
                  <a:pt x="783112" y="2497014"/>
                </a:cubicBezTo>
                <a:cubicBezTo>
                  <a:pt x="1441206" y="2656297"/>
                  <a:pt x="2181642" y="2068818"/>
                  <a:pt x="2899295" y="2039813"/>
                </a:cubicBezTo>
                <a:cubicBezTo>
                  <a:pt x="3616948" y="2010808"/>
                  <a:pt x="4514501" y="2408241"/>
                  <a:pt x="5089028" y="2322982"/>
                </a:cubicBezTo>
                <a:cubicBezTo>
                  <a:pt x="5663555" y="2237723"/>
                  <a:pt x="6204532" y="1885588"/>
                  <a:pt x="6244009" y="1218540"/>
                </a:cubicBezTo>
                <a:cubicBezTo>
                  <a:pt x="6283486" y="551492"/>
                  <a:pt x="5840614" y="62967"/>
                  <a:pt x="5172232" y="2008"/>
                </a:cubicBezTo>
                <a:cubicBezTo>
                  <a:pt x="4294844" y="-32826"/>
                  <a:pt x="3632495" y="396597"/>
                  <a:pt x="2938484" y="420019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246587">
            <a:off x="3798779" y="1899673"/>
            <a:ext cx="556968" cy="1593669"/>
          </a:xfrm>
          <a:custGeom>
            <a:avLst/>
            <a:gdLst>
              <a:gd name="connsiteX0" fmla="*/ 630108 w 865277"/>
              <a:gd name="connsiteY0" fmla="*/ 3578 h 1604540"/>
              <a:gd name="connsiteX1" fmla="*/ 3091 w 865277"/>
              <a:gd name="connsiteY1" fmla="*/ 643658 h 1604540"/>
              <a:gd name="connsiteX2" fmla="*/ 408040 w 865277"/>
              <a:gd name="connsiteY2" fmla="*/ 1597247 h 1604540"/>
              <a:gd name="connsiteX3" fmla="*/ 826051 w 865277"/>
              <a:gd name="connsiteY3" fmla="*/ 1061670 h 1604540"/>
              <a:gd name="connsiteX4" fmla="*/ 643171 w 865277"/>
              <a:gd name="connsiteY4" fmla="*/ 656721 h 1604540"/>
              <a:gd name="connsiteX5" fmla="*/ 865240 w 865277"/>
              <a:gd name="connsiteY5" fmla="*/ 395464 h 1604540"/>
              <a:gd name="connsiteX6" fmla="*/ 630108 w 865277"/>
              <a:gd name="connsiteY6" fmla="*/ 3578 h 1604540"/>
              <a:gd name="connsiteX0" fmla="*/ 630108 w 865781"/>
              <a:gd name="connsiteY0" fmla="*/ 5 h 1600967"/>
              <a:gd name="connsiteX1" fmla="*/ 3091 w 865781"/>
              <a:gd name="connsiteY1" fmla="*/ 640085 h 1600967"/>
              <a:gd name="connsiteX2" fmla="*/ 408040 w 865781"/>
              <a:gd name="connsiteY2" fmla="*/ 1593674 h 1600967"/>
              <a:gd name="connsiteX3" fmla="*/ 826051 w 865781"/>
              <a:gd name="connsiteY3" fmla="*/ 1058097 h 1600967"/>
              <a:gd name="connsiteX4" fmla="*/ 643171 w 865781"/>
              <a:gd name="connsiteY4" fmla="*/ 653148 h 1600967"/>
              <a:gd name="connsiteX5" fmla="*/ 865240 w 865781"/>
              <a:gd name="connsiteY5" fmla="*/ 391891 h 1600967"/>
              <a:gd name="connsiteX6" fmla="*/ 630108 w 865781"/>
              <a:gd name="connsiteY6" fmla="*/ 5 h 1600967"/>
              <a:gd name="connsiteX0" fmla="*/ 630108 w 884068"/>
              <a:gd name="connsiteY0" fmla="*/ 5 h 1600967"/>
              <a:gd name="connsiteX1" fmla="*/ 3091 w 884068"/>
              <a:gd name="connsiteY1" fmla="*/ 640085 h 1600967"/>
              <a:gd name="connsiteX2" fmla="*/ 408040 w 884068"/>
              <a:gd name="connsiteY2" fmla="*/ 1593674 h 1600967"/>
              <a:gd name="connsiteX3" fmla="*/ 826051 w 884068"/>
              <a:gd name="connsiteY3" fmla="*/ 1058097 h 1600967"/>
              <a:gd name="connsiteX4" fmla="*/ 643171 w 884068"/>
              <a:gd name="connsiteY4" fmla="*/ 653148 h 1600967"/>
              <a:gd name="connsiteX5" fmla="*/ 865240 w 884068"/>
              <a:gd name="connsiteY5" fmla="*/ 391891 h 1600967"/>
              <a:gd name="connsiteX6" fmla="*/ 630108 w 884068"/>
              <a:gd name="connsiteY6" fmla="*/ 5 h 1600967"/>
              <a:gd name="connsiteX0" fmla="*/ 630108 w 884068"/>
              <a:gd name="connsiteY0" fmla="*/ 5 h 1600967"/>
              <a:gd name="connsiteX1" fmla="*/ 3091 w 884068"/>
              <a:gd name="connsiteY1" fmla="*/ 640085 h 1600967"/>
              <a:gd name="connsiteX2" fmla="*/ 408040 w 884068"/>
              <a:gd name="connsiteY2" fmla="*/ 1593674 h 1600967"/>
              <a:gd name="connsiteX3" fmla="*/ 826051 w 884068"/>
              <a:gd name="connsiteY3" fmla="*/ 1058097 h 1600967"/>
              <a:gd name="connsiteX4" fmla="*/ 643171 w 884068"/>
              <a:gd name="connsiteY4" fmla="*/ 653148 h 1600967"/>
              <a:gd name="connsiteX5" fmla="*/ 865240 w 884068"/>
              <a:gd name="connsiteY5" fmla="*/ 391891 h 1600967"/>
              <a:gd name="connsiteX6" fmla="*/ 630108 w 884068"/>
              <a:gd name="connsiteY6" fmla="*/ 5 h 1600967"/>
              <a:gd name="connsiteX0" fmla="*/ 630108 w 884068"/>
              <a:gd name="connsiteY0" fmla="*/ 5 h 1600967"/>
              <a:gd name="connsiteX1" fmla="*/ 3091 w 884068"/>
              <a:gd name="connsiteY1" fmla="*/ 640085 h 1600967"/>
              <a:gd name="connsiteX2" fmla="*/ 408040 w 884068"/>
              <a:gd name="connsiteY2" fmla="*/ 1593674 h 1600967"/>
              <a:gd name="connsiteX3" fmla="*/ 826051 w 884068"/>
              <a:gd name="connsiteY3" fmla="*/ 1058097 h 1600967"/>
              <a:gd name="connsiteX4" fmla="*/ 643171 w 884068"/>
              <a:gd name="connsiteY4" fmla="*/ 653148 h 1600967"/>
              <a:gd name="connsiteX5" fmla="*/ 865240 w 884068"/>
              <a:gd name="connsiteY5" fmla="*/ 391891 h 1600967"/>
              <a:gd name="connsiteX6" fmla="*/ 630108 w 884068"/>
              <a:gd name="connsiteY6" fmla="*/ 5 h 1600967"/>
              <a:gd name="connsiteX0" fmla="*/ 630108 w 884068"/>
              <a:gd name="connsiteY0" fmla="*/ 5 h 1602144"/>
              <a:gd name="connsiteX1" fmla="*/ 3091 w 884068"/>
              <a:gd name="connsiteY1" fmla="*/ 640085 h 1602144"/>
              <a:gd name="connsiteX2" fmla="*/ 408040 w 884068"/>
              <a:gd name="connsiteY2" fmla="*/ 1593674 h 1602144"/>
              <a:gd name="connsiteX3" fmla="*/ 826051 w 884068"/>
              <a:gd name="connsiteY3" fmla="*/ 1058097 h 1602144"/>
              <a:gd name="connsiteX4" fmla="*/ 643171 w 884068"/>
              <a:gd name="connsiteY4" fmla="*/ 653148 h 1602144"/>
              <a:gd name="connsiteX5" fmla="*/ 865240 w 884068"/>
              <a:gd name="connsiteY5" fmla="*/ 391891 h 1602144"/>
              <a:gd name="connsiteX6" fmla="*/ 630108 w 884068"/>
              <a:gd name="connsiteY6" fmla="*/ 5 h 1602144"/>
              <a:gd name="connsiteX0" fmla="*/ 632093 w 886053"/>
              <a:gd name="connsiteY0" fmla="*/ 5 h 1594682"/>
              <a:gd name="connsiteX1" fmla="*/ 5076 w 886053"/>
              <a:gd name="connsiteY1" fmla="*/ 640085 h 1594682"/>
              <a:gd name="connsiteX2" fmla="*/ 410025 w 886053"/>
              <a:gd name="connsiteY2" fmla="*/ 1593674 h 1594682"/>
              <a:gd name="connsiteX3" fmla="*/ 828036 w 886053"/>
              <a:gd name="connsiteY3" fmla="*/ 1058097 h 1594682"/>
              <a:gd name="connsiteX4" fmla="*/ 645156 w 886053"/>
              <a:gd name="connsiteY4" fmla="*/ 653148 h 1594682"/>
              <a:gd name="connsiteX5" fmla="*/ 867225 w 886053"/>
              <a:gd name="connsiteY5" fmla="*/ 391891 h 1594682"/>
              <a:gd name="connsiteX6" fmla="*/ 632093 w 886053"/>
              <a:gd name="connsiteY6" fmla="*/ 5 h 1594682"/>
              <a:gd name="connsiteX0" fmla="*/ 628327 w 882287"/>
              <a:gd name="connsiteY0" fmla="*/ 5 h 1594682"/>
              <a:gd name="connsiteX1" fmla="*/ 1310 w 882287"/>
              <a:gd name="connsiteY1" fmla="*/ 640085 h 1594682"/>
              <a:gd name="connsiteX2" fmla="*/ 406259 w 882287"/>
              <a:gd name="connsiteY2" fmla="*/ 1593674 h 1594682"/>
              <a:gd name="connsiteX3" fmla="*/ 824270 w 882287"/>
              <a:gd name="connsiteY3" fmla="*/ 1058097 h 1594682"/>
              <a:gd name="connsiteX4" fmla="*/ 641390 w 882287"/>
              <a:gd name="connsiteY4" fmla="*/ 653148 h 1594682"/>
              <a:gd name="connsiteX5" fmla="*/ 863459 w 882287"/>
              <a:gd name="connsiteY5" fmla="*/ 391891 h 1594682"/>
              <a:gd name="connsiteX6" fmla="*/ 628327 w 882287"/>
              <a:gd name="connsiteY6" fmla="*/ 5 h 1594682"/>
              <a:gd name="connsiteX0" fmla="*/ 628327 w 864094"/>
              <a:gd name="connsiteY0" fmla="*/ 5 h 1594469"/>
              <a:gd name="connsiteX1" fmla="*/ 1310 w 864094"/>
              <a:gd name="connsiteY1" fmla="*/ 640085 h 1594469"/>
              <a:gd name="connsiteX2" fmla="*/ 406259 w 864094"/>
              <a:gd name="connsiteY2" fmla="*/ 1593674 h 1594469"/>
              <a:gd name="connsiteX3" fmla="*/ 824270 w 864094"/>
              <a:gd name="connsiteY3" fmla="*/ 1058097 h 1594469"/>
              <a:gd name="connsiteX4" fmla="*/ 701548 w 864094"/>
              <a:gd name="connsiteY4" fmla="*/ 781485 h 1594469"/>
              <a:gd name="connsiteX5" fmla="*/ 863459 w 864094"/>
              <a:gd name="connsiteY5" fmla="*/ 391891 h 1594469"/>
              <a:gd name="connsiteX6" fmla="*/ 628327 w 864094"/>
              <a:gd name="connsiteY6" fmla="*/ 5 h 1594469"/>
              <a:gd name="connsiteX0" fmla="*/ 627732 w 863499"/>
              <a:gd name="connsiteY0" fmla="*/ 5 h 1610792"/>
              <a:gd name="connsiteX1" fmla="*/ 715 w 863499"/>
              <a:gd name="connsiteY1" fmla="*/ 640085 h 1610792"/>
              <a:gd name="connsiteX2" fmla="*/ 405664 w 863499"/>
              <a:gd name="connsiteY2" fmla="*/ 1593674 h 1610792"/>
              <a:gd name="connsiteX3" fmla="*/ 795601 w 863499"/>
              <a:gd name="connsiteY3" fmla="*/ 1218518 h 1610792"/>
              <a:gd name="connsiteX4" fmla="*/ 700953 w 863499"/>
              <a:gd name="connsiteY4" fmla="*/ 781485 h 1610792"/>
              <a:gd name="connsiteX5" fmla="*/ 862864 w 863499"/>
              <a:gd name="connsiteY5" fmla="*/ 391891 h 1610792"/>
              <a:gd name="connsiteX6" fmla="*/ 627732 w 863499"/>
              <a:gd name="connsiteY6" fmla="*/ 5 h 1610792"/>
              <a:gd name="connsiteX0" fmla="*/ 627732 w 863499"/>
              <a:gd name="connsiteY0" fmla="*/ 5 h 1613103"/>
              <a:gd name="connsiteX1" fmla="*/ 715 w 863499"/>
              <a:gd name="connsiteY1" fmla="*/ 640085 h 1613103"/>
              <a:gd name="connsiteX2" fmla="*/ 405664 w 863499"/>
              <a:gd name="connsiteY2" fmla="*/ 1593674 h 1613103"/>
              <a:gd name="connsiteX3" fmla="*/ 795601 w 863499"/>
              <a:gd name="connsiteY3" fmla="*/ 1218518 h 1613103"/>
              <a:gd name="connsiteX4" fmla="*/ 700953 w 863499"/>
              <a:gd name="connsiteY4" fmla="*/ 781485 h 1613103"/>
              <a:gd name="connsiteX5" fmla="*/ 862864 w 863499"/>
              <a:gd name="connsiteY5" fmla="*/ 391891 h 1613103"/>
              <a:gd name="connsiteX6" fmla="*/ 627732 w 863499"/>
              <a:gd name="connsiteY6" fmla="*/ 5 h 1613103"/>
              <a:gd name="connsiteX0" fmla="*/ 627863 w 863630"/>
              <a:gd name="connsiteY0" fmla="*/ 5 h 1603926"/>
              <a:gd name="connsiteX1" fmla="*/ 846 w 863630"/>
              <a:gd name="connsiteY1" fmla="*/ 640085 h 1603926"/>
              <a:gd name="connsiteX2" fmla="*/ 405795 w 863630"/>
              <a:gd name="connsiteY2" fmla="*/ 1593674 h 1603926"/>
              <a:gd name="connsiteX3" fmla="*/ 795732 w 863630"/>
              <a:gd name="connsiteY3" fmla="*/ 1218518 h 1603926"/>
              <a:gd name="connsiteX4" fmla="*/ 701084 w 863630"/>
              <a:gd name="connsiteY4" fmla="*/ 781485 h 1603926"/>
              <a:gd name="connsiteX5" fmla="*/ 862995 w 863630"/>
              <a:gd name="connsiteY5" fmla="*/ 391891 h 1603926"/>
              <a:gd name="connsiteX6" fmla="*/ 627863 w 863630"/>
              <a:gd name="connsiteY6" fmla="*/ 5 h 1603926"/>
              <a:gd name="connsiteX0" fmla="*/ 627863 w 865263"/>
              <a:gd name="connsiteY0" fmla="*/ 5 h 1603926"/>
              <a:gd name="connsiteX1" fmla="*/ 846 w 865263"/>
              <a:gd name="connsiteY1" fmla="*/ 640085 h 1603926"/>
              <a:gd name="connsiteX2" fmla="*/ 405795 w 865263"/>
              <a:gd name="connsiteY2" fmla="*/ 1593674 h 1603926"/>
              <a:gd name="connsiteX3" fmla="*/ 795732 w 865263"/>
              <a:gd name="connsiteY3" fmla="*/ 1218518 h 1603926"/>
              <a:gd name="connsiteX4" fmla="*/ 701084 w 865263"/>
              <a:gd name="connsiteY4" fmla="*/ 781485 h 1603926"/>
              <a:gd name="connsiteX5" fmla="*/ 862995 w 865263"/>
              <a:gd name="connsiteY5" fmla="*/ 391891 h 1603926"/>
              <a:gd name="connsiteX6" fmla="*/ 627863 w 865263"/>
              <a:gd name="connsiteY6" fmla="*/ 5 h 1603926"/>
              <a:gd name="connsiteX0" fmla="*/ 701084 w 865263"/>
              <a:gd name="connsiteY0" fmla="*/ 781485 h 1603926"/>
              <a:gd name="connsiteX1" fmla="*/ 862995 w 865263"/>
              <a:gd name="connsiteY1" fmla="*/ 391891 h 1603926"/>
              <a:gd name="connsiteX2" fmla="*/ 627863 w 865263"/>
              <a:gd name="connsiteY2" fmla="*/ 5 h 1603926"/>
              <a:gd name="connsiteX3" fmla="*/ 846 w 865263"/>
              <a:gd name="connsiteY3" fmla="*/ 640085 h 1603926"/>
              <a:gd name="connsiteX4" fmla="*/ 405795 w 865263"/>
              <a:gd name="connsiteY4" fmla="*/ 1593674 h 1603926"/>
              <a:gd name="connsiteX5" fmla="*/ 795732 w 865263"/>
              <a:gd name="connsiteY5" fmla="*/ 1218518 h 1603926"/>
              <a:gd name="connsiteX6" fmla="*/ 792524 w 865263"/>
              <a:gd name="connsiteY6" fmla="*/ 872925 h 1603926"/>
              <a:gd name="connsiteX0" fmla="*/ 862995 w 865263"/>
              <a:gd name="connsiteY0" fmla="*/ 391891 h 1603926"/>
              <a:gd name="connsiteX1" fmla="*/ 627863 w 865263"/>
              <a:gd name="connsiteY1" fmla="*/ 5 h 1603926"/>
              <a:gd name="connsiteX2" fmla="*/ 846 w 865263"/>
              <a:gd name="connsiteY2" fmla="*/ 640085 h 1603926"/>
              <a:gd name="connsiteX3" fmla="*/ 405795 w 865263"/>
              <a:gd name="connsiteY3" fmla="*/ 1593674 h 1603926"/>
              <a:gd name="connsiteX4" fmla="*/ 795732 w 865263"/>
              <a:gd name="connsiteY4" fmla="*/ 1218518 h 1603926"/>
              <a:gd name="connsiteX5" fmla="*/ 792524 w 865263"/>
              <a:gd name="connsiteY5" fmla="*/ 872925 h 1603926"/>
              <a:gd name="connsiteX0" fmla="*/ 627863 w 799121"/>
              <a:gd name="connsiteY0" fmla="*/ 0 h 1603921"/>
              <a:gd name="connsiteX1" fmla="*/ 846 w 799121"/>
              <a:gd name="connsiteY1" fmla="*/ 640080 h 1603921"/>
              <a:gd name="connsiteX2" fmla="*/ 405795 w 799121"/>
              <a:gd name="connsiteY2" fmla="*/ 1593669 h 1603921"/>
              <a:gd name="connsiteX3" fmla="*/ 795732 w 799121"/>
              <a:gd name="connsiteY3" fmla="*/ 1218513 h 1603921"/>
              <a:gd name="connsiteX4" fmla="*/ 792524 w 799121"/>
              <a:gd name="connsiteY4" fmla="*/ 872920 h 1603921"/>
              <a:gd name="connsiteX0" fmla="*/ 627863 w 795732"/>
              <a:gd name="connsiteY0" fmla="*/ 0 h 1603921"/>
              <a:gd name="connsiteX1" fmla="*/ 846 w 795732"/>
              <a:gd name="connsiteY1" fmla="*/ 640080 h 1603921"/>
              <a:gd name="connsiteX2" fmla="*/ 405795 w 795732"/>
              <a:gd name="connsiteY2" fmla="*/ 1593669 h 1603921"/>
              <a:gd name="connsiteX3" fmla="*/ 795732 w 795732"/>
              <a:gd name="connsiteY3" fmla="*/ 1218513 h 1603921"/>
              <a:gd name="connsiteX0" fmla="*/ 627863 w 627863"/>
              <a:gd name="connsiteY0" fmla="*/ 0 h 1593669"/>
              <a:gd name="connsiteX1" fmla="*/ 846 w 627863"/>
              <a:gd name="connsiteY1" fmla="*/ 640080 h 1593669"/>
              <a:gd name="connsiteX2" fmla="*/ 405795 w 627863"/>
              <a:gd name="connsiteY2" fmla="*/ 1593669 h 1593669"/>
              <a:gd name="connsiteX0" fmla="*/ 635459 w 635459"/>
              <a:gd name="connsiteY0" fmla="*/ 0 h 1593669"/>
              <a:gd name="connsiteX1" fmla="*/ 8442 w 635459"/>
              <a:gd name="connsiteY1" fmla="*/ 640080 h 1593669"/>
              <a:gd name="connsiteX2" fmla="*/ 413391 w 635459"/>
              <a:gd name="connsiteY2" fmla="*/ 1593669 h 1593669"/>
              <a:gd name="connsiteX0" fmla="*/ 556968 w 556968"/>
              <a:gd name="connsiteY0" fmla="*/ 0 h 1593669"/>
              <a:gd name="connsiteX1" fmla="*/ 11067 w 556968"/>
              <a:gd name="connsiteY1" fmla="*/ 640080 h 1593669"/>
              <a:gd name="connsiteX2" fmla="*/ 334900 w 556968"/>
              <a:gd name="connsiteY2" fmla="*/ 1593669 h 159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968" h="1593669">
                <a:moveTo>
                  <a:pt x="556968" y="0"/>
                </a:moveTo>
                <a:cubicBezTo>
                  <a:pt x="313014" y="1261"/>
                  <a:pt x="72270" y="175883"/>
                  <a:pt x="11067" y="640080"/>
                </a:cubicBezTo>
                <a:cubicBezTo>
                  <a:pt x="-50136" y="1104277"/>
                  <a:pt x="154293" y="1529349"/>
                  <a:pt x="334900" y="1593669"/>
                </a:cubicBezTo>
              </a:path>
            </a:pathLst>
          </a:cu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21945">
            <a:off x="4113402" y="1921983"/>
            <a:ext cx="457652" cy="1603921"/>
          </a:xfrm>
          <a:custGeom>
            <a:avLst/>
            <a:gdLst>
              <a:gd name="connsiteX0" fmla="*/ 630108 w 865277"/>
              <a:gd name="connsiteY0" fmla="*/ 3578 h 1604540"/>
              <a:gd name="connsiteX1" fmla="*/ 3091 w 865277"/>
              <a:gd name="connsiteY1" fmla="*/ 643658 h 1604540"/>
              <a:gd name="connsiteX2" fmla="*/ 408040 w 865277"/>
              <a:gd name="connsiteY2" fmla="*/ 1597247 h 1604540"/>
              <a:gd name="connsiteX3" fmla="*/ 826051 w 865277"/>
              <a:gd name="connsiteY3" fmla="*/ 1061670 h 1604540"/>
              <a:gd name="connsiteX4" fmla="*/ 643171 w 865277"/>
              <a:gd name="connsiteY4" fmla="*/ 656721 h 1604540"/>
              <a:gd name="connsiteX5" fmla="*/ 865240 w 865277"/>
              <a:gd name="connsiteY5" fmla="*/ 395464 h 1604540"/>
              <a:gd name="connsiteX6" fmla="*/ 630108 w 865277"/>
              <a:gd name="connsiteY6" fmla="*/ 3578 h 1604540"/>
              <a:gd name="connsiteX0" fmla="*/ 630108 w 865781"/>
              <a:gd name="connsiteY0" fmla="*/ 5 h 1600967"/>
              <a:gd name="connsiteX1" fmla="*/ 3091 w 865781"/>
              <a:gd name="connsiteY1" fmla="*/ 640085 h 1600967"/>
              <a:gd name="connsiteX2" fmla="*/ 408040 w 865781"/>
              <a:gd name="connsiteY2" fmla="*/ 1593674 h 1600967"/>
              <a:gd name="connsiteX3" fmla="*/ 826051 w 865781"/>
              <a:gd name="connsiteY3" fmla="*/ 1058097 h 1600967"/>
              <a:gd name="connsiteX4" fmla="*/ 643171 w 865781"/>
              <a:gd name="connsiteY4" fmla="*/ 653148 h 1600967"/>
              <a:gd name="connsiteX5" fmla="*/ 865240 w 865781"/>
              <a:gd name="connsiteY5" fmla="*/ 391891 h 1600967"/>
              <a:gd name="connsiteX6" fmla="*/ 630108 w 865781"/>
              <a:gd name="connsiteY6" fmla="*/ 5 h 1600967"/>
              <a:gd name="connsiteX0" fmla="*/ 630108 w 884068"/>
              <a:gd name="connsiteY0" fmla="*/ 5 h 1600967"/>
              <a:gd name="connsiteX1" fmla="*/ 3091 w 884068"/>
              <a:gd name="connsiteY1" fmla="*/ 640085 h 1600967"/>
              <a:gd name="connsiteX2" fmla="*/ 408040 w 884068"/>
              <a:gd name="connsiteY2" fmla="*/ 1593674 h 1600967"/>
              <a:gd name="connsiteX3" fmla="*/ 826051 w 884068"/>
              <a:gd name="connsiteY3" fmla="*/ 1058097 h 1600967"/>
              <a:gd name="connsiteX4" fmla="*/ 643171 w 884068"/>
              <a:gd name="connsiteY4" fmla="*/ 653148 h 1600967"/>
              <a:gd name="connsiteX5" fmla="*/ 865240 w 884068"/>
              <a:gd name="connsiteY5" fmla="*/ 391891 h 1600967"/>
              <a:gd name="connsiteX6" fmla="*/ 630108 w 884068"/>
              <a:gd name="connsiteY6" fmla="*/ 5 h 1600967"/>
              <a:gd name="connsiteX0" fmla="*/ 630108 w 884068"/>
              <a:gd name="connsiteY0" fmla="*/ 5 h 1600967"/>
              <a:gd name="connsiteX1" fmla="*/ 3091 w 884068"/>
              <a:gd name="connsiteY1" fmla="*/ 640085 h 1600967"/>
              <a:gd name="connsiteX2" fmla="*/ 408040 w 884068"/>
              <a:gd name="connsiteY2" fmla="*/ 1593674 h 1600967"/>
              <a:gd name="connsiteX3" fmla="*/ 826051 w 884068"/>
              <a:gd name="connsiteY3" fmla="*/ 1058097 h 1600967"/>
              <a:gd name="connsiteX4" fmla="*/ 643171 w 884068"/>
              <a:gd name="connsiteY4" fmla="*/ 653148 h 1600967"/>
              <a:gd name="connsiteX5" fmla="*/ 865240 w 884068"/>
              <a:gd name="connsiteY5" fmla="*/ 391891 h 1600967"/>
              <a:gd name="connsiteX6" fmla="*/ 630108 w 884068"/>
              <a:gd name="connsiteY6" fmla="*/ 5 h 1600967"/>
              <a:gd name="connsiteX0" fmla="*/ 630108 w 884068"/>
              <a:gd name="connsiteY0" fmla="*/ 5 h 1600967"/>
              <a:gd name="connsiteX1" fmla="*/ 3091 w 884068"/>
              <a:gd name="connsiteY1" fmla="*/ 640085 h 1600967"/>
              <a:gd name="connsiteX2" fmla="*/ 408040 w 884068"/>
              <a:gd name="connsiteY2" fmla="*/ 1593674 h 1600967"/>
              <a:gd name="connsiteX3" fmla="*/ 826051 w 884068"/>
              <a:gd name="connsiteY3" fmla="*/ 1058097 h 1600967"/>
              <a:gd name="connsiteX4" fmla="*/ 643171 w 884068"/>
              <a:gd name="connsiteY4" fmla="*/ 653148 h 1600967"/>
              <a:gd name="connsiteX5" fmla="*/ 865240 w 884068"/>
              <a:gd name="connsiteY5" fmla="*/ 391891 h 1600967"/>
              <a:gd name="connsiteX6" fmla="*/ 630108 w 884068"/>
              <a:gd name="connsiteY6" fmla="*/ 5 h 1600967"/>
              <a:gd name="connsiteX0" fmla="*/ 630108 w 884068"/>
              <a:gd name="connsiteY0" fmla="*/ 5 h 1602144"/>
              <a:gd name="connsiteX1" fmla="*/ 3091 w 884068"/>
              <a:gd name="connsiteY1" fmla="*/ 640085 h 1602144"/>
              <a:gd name="connsiteX2" fmla="*/ 408040 w 884068"/>
              <a:gd name="connsiteY2" fmla="*/ 1593674 h 1602144"/>
              <a:gd name="connsiteX3" fmla="*/ 826051 w 884068"/>
              <a:gd name="connsiteY3" fmla="*/ 1058097 h 1602144"/>
              <a:gd name="connsiteX4" fmla="*/ 643171 w 884068"/>
              <a:gd name="connsiteY4" fmla="*/ 653148 h 1602144"/>
              <a:gd name="connsiteX5" fmla="*/ 865240 w 884068"/>
              <a:gd name="connsiteY5" fmla="*/ 391891 h 1602144"/>
              <a:gd name="connsiteX6" fmla="*/ 630108 w 884068"/>
              <a:gd name="connsiteY6" fmla="*/ 5 h 1602144"/>
              <a:gd name="connsiteX0" fmla="*/ 632093 w 886053"/>
              <a:gd name="connsiteY0" fmla="*/ 5 h 1594682"/>
              <a:gd name="connsiteX1" fmla="*/ 5076 w 886053"/>
              <a:gd name="connsiteY1" fmla="*/ 640085 h 1594682"/>
              <a:gd name="connsiteX2" fmla="*/ 410025 w 886053"/>
              <a:gd name="connsiteY2" fmla="*/ 1593674 h 1594682"/>
              <a:gd name="connsiteX3" fmla="*/ 828036 w 886053"/>
              <a:gd name="connsiteY3" fmla="*/ 1058097 h 1594682"/>
              <a:gd name="connsiteX4" fmla="*/ 645156 w 886053"/>
              <a:gd name="connsiteY4" fmla="*/ 653148 h 1594682"/>
              <a:gd name="connsiteX5" fmla="*/ 867225 w 886053"/>
              <a:gd name="connsiteY5" fmla="*/ 391891 h 1594682"/>
              <a:gd name="connsiteX6" fmla="*/ 632093 w 886053"/>
              <a:gd name="connsiteY6" fmla="*/ 5 h 1594682"/>
              <a:gd name="connsiteX0" fmla="*/ 628327 w 882287"/>
              <a:gd name="connsiteY0" fmla="*/ 5 h 1594682"/>
              <a:gd name="connsiteX1" fmla="*/ 1310 w 882287"/>
              <a:gd name="connsiteY1" fmla="*/ 640085 h 1594682"/>
              <a:gd name="connsiteX2" fmla="*/ 406259 w 882287"/>
              <a:gd name="connsiteY2" fmla="*/ 1593674 h 1594682"/>
              <a:gd name="connsiteX3" fmla="*/ 824270 w 882287"/>
              <a:gd name="connsiteY3" fmla="*/ 1058097 h 1594682"/>
              <a:gd name="connsiteX4" fmla="*/ 641390 w 882287"/>
              <a:gd name="connsiteY4" fmla="*/ 653148 h 1594682"/>
              <a:gd name="connsiteX5" fmla="*/ 863459 w 882287"/>
              <a:gd name="connsiteY5" fmla="*/ 391891 h 1594682"/>
              <a:gd name="connsiteX6" fmla="*/ 628327 w 882287"/>
              <a:gd name="connsiteY6" fmla="*/ 5 h 1594682"/>
              <a:gd name="connsiteX0" fmla="*/ 628327 w 864094"/>
              <a:gd name="connsiteY0" fmla="*/ 5 h 1594469"/>
              <a:gd name="connsiteX1" fmla="*/ 1310 w 864094"/>
              <a:gd name="connsiteY1" fmla="*/ 640085 h 1594469"/>
              <a:gd name="connsiteX2" fmla="*/ 406259 w 864094"/>
              <a:gd name="connsiteY2" fmla="*/ 1593674 h 1594469"/>
              <a:gd name="connsiteX3" fmla="*/ 824270 w 864094"/>
              <a:gd name="connsiteY3" fmla="*/ 1058097 h 1594469"/>
              <a:gd name="connsiteX4" fmla="*/ 701548 w 864094"/>
              <a:gd name="connsiteY4" fmla="*/ 781485 h 1594469"/>
              <a:gd name="connsiteX5" fmla="*/ 863459 w 864094"/>
              <a:gd name="connsiteY5" fmla="*/ 391891 h 1594469"/>
              <a:gd name="connsiteX6" fmla="*/ 628327 w 864094"/>
              <a:gd name="connsiteY6" fmla="*/ 5 h 1594469"/>
              <a:gd name="connsiteX0" fmla="*/ 627732 w 863499"/>
              <a:gd name="connsiteY0" fmla="*/ 5 h 1610792"/>
              <a:gd name="connsiteX1" fmla="*/ 715 w 863499"/>
              <a:gd name="connsiteY1" fmla="*/ 640085 h 1610792"/>
              <a:gd name="connsiteX2" fmla="*/ 405664 w 863499"/>
              <a:gd name="connsiteY2" fmla="*/ 1593674 h 1610792"/>
              <a:gd name="connsiteX3" fmla="*/ 795601 w 863499"/>
              <a:gd name="connsiteY3" fmla="*/ 1218518 h 1610792"/>
              <a:gd name="connsiteX4" fmla="*/ 700953 w 863499"/>
              <a:gd name="connsiteY4" fmla="*/ 781485 h 1610792"/>
              <a:gd name="connsiteX5" fmla="*/ 862864 w 863499"/>
              <a:gd name="connsiteY5" fmla="*/ 391891 h 1610792"/>
              <a:gd name="connsiteX6" fmla="*/ 627732 w 863499"/>
              <a:gd name="connsiteY6" fmla="*/ 5 h 1610792"/>
              <a:gd name="connsiteX0" fmla="*/ 627732 w 863499"/>
              <a:gd name="connsiteY0" fmla="*/ 5 h 1613103"/>
              <a:gd name="connsiteX1" fmla="*/ 715 w 863499"/>
              <a:gd name="connsiteY1" fmla="*/ 640085 h 1613103"/>
              <a:gd name="connsiteX2" fmla="*/ 405664 w 863499"/>
              <a:gd name="connsiteY2" fmla="*/ 1593674 h 1613103"/>
              <a:gd name="connsiteX3" fmla="*/ 795601 w 863499"/>
              <a:gd name="connsiteY3" fmla="*/ 1218518 h 1613103"/>
              <a:gd name="connsiteX4" fmla="*/ 700953 w 863499"/>
              <a:gd name="connsiteY4" fmla="*/ 781485 h 1613103"/>
              <a:gd name="connsiteX5" fmla="*/ 862864 w 863499"/>
              <a:gd name="connsiteY5" fmla="*/ 391891 h 1613103"/>
              <a:gd name="connsiteX6" fmla="*/ 627732 w 863499"/>
              <a:gd name="connsiteY6" fmla="*/ 5 h 1613103"/>
              <a:gd name="connsiteX0" fmla="*/ 627863 w 863630"/>
              <a:gd name="connsiteY0" fmla="*/ 5 h 1603926"/>
              <a:gd name="connsiteX1" fmla="*/ 846 w 863630"/>
              <a:gd name="connsiteY1" fmla="*/ 640085 h 1603926"/>
              <a:gd name="connsiteX2" fmla="*/ 405795 w 863630"/>
              <a:gd name="connsiteY2" fmla="*/ 1593674 h 1603926"/>
              <a:gd name="connsiteX3" fmla="*/ 795732 w 863630"/>
              <a:gd name="connsiteY3" fmla="*/ 1218518 h 1603926"/>
              <a:gd name="connsiteX4" fmla="*/ 701084 w 863630"/>
              <a:gd name="connsiteY4" fmla="*/ 781485 h 1603926"/>
              <a:gd name="connsiteX5" fmla="*/ 862995 w 863630"/>
              <a:gd name="connsiteY5" fmla="*/ 391891 h 1603926"/>
              <a:gd name="connsiteX6" fmla="*/ 627863 w 863630"/>
              <a:gd name="connsiteY6" fmla="*/ 5 h 1603926"/>
              <a:gd name="connsiteX0" fmla="*/ 627863 w 865263"/>
              <a:gd name="connsiteY0" fmla="*/ 5 h 1603926"/>
              <a:gd name="connsiteX1" fmla="*/ 846 w 865263"/>
              <a:gd name="connsiteY1" fmla="*/ 640085 h 1603926"/>
              <a:gd name="connsiteX2" fmla="*/ 405795 w 865263"/>
              <a:gd name="connsiteY2" fmla="*/ 1593674 h 1603926"/>
              <a:gd name="connsiteX3" fmla="*/ 795732 w 865263"/>
              <a:gd name="connsiteY3" fmla="*/ 1218518 h 1603926"/>
              <a:gd name="connsiteX4" fmla="*/ 701084 w 865263"/>
              <a:gd name="connsiteY4" fmla="*/ 781485 h 1603926"/>
              <a:gd name="connsiteX5" fmla="*/ 862995 w 865263"/>
              <a:gd name="connsiteY5" fmla="*/ 391891 h 1603926"/>
              <a:gd name="connsiteX6" fmla="*/ 627863 w 865263"/>
              <a:gd name="connsiteY6" fmla="*/ 5 h 1603926"/>
              <a:gd name="connsiteX0" fmla="*/ 846 w 865263"/>
              <a:gd name="connsiteY0" fmla="*/ 640085 h 1603926"/>
              <a:gd name="connsiteX1" fmla="*/ 405795 w 865263"/>
              <a:gd name="connsiteY1" fmla="*/ 1593674 h 1603926"/>
              <a:gd name="connsiteX2" fmla="*/ 795732 w 865263"/>
              <a:gd name="connsiteY2" fmla="*/ 1218518 h 1603926"/>
              <a:gd name="connsiteX3" fmla="*/ 701084 w 865263"/>
              <a:gd name="connsiteY3" fmla="*/ 781485 h 1603926"/>
              <a:gd name="connsiteX4" fmla="*/ 862995 w 865263"/>
              <a:gd name="connsiteY4" fmla="*/ 391891 h 1603926"/>
              <a:gd name="connsiteX5" fmla="*/ 627863 w 865263"/>
              <a:gd name="connsiteY5" fmla="*/ 5 h 1603926"/>
              <a:gd name="connsiteX6" fmla="*/ 92286 w 865263"/>
              <a:gd name="connsiteY6" fmla="*/ 731525 h 1603926"/>
              <a:gd name="connsiteX0" fmla="*/ 846 w 865263"/>
              <a:gd name="connsiteY0" fmla="*/ 640085 h 1603926"/>
              <a:gd name="connsiteX1" fmla="*/ 405795 w 865263"/>
              <a:gd name="connsiteY1" fmla="*/ 1593674 h 1603926"/>
              <a:gd name="connsiteX2" fmla="*/ 795732 w 865263"/>
              <a:gd name="connsiteY2" fmla="*/ 1218518 h 1603926"/>
              <a:gd name="connsiteX3" fmla="*/ 701084 w 865263"/>
              <a:gd name="connsiteY3" fmla="*/ 781485 h 1603926"/>
              <a:gd name="connsiteX4" fmla="*/ 862995 w 865263"/>
              <a:gd name="connsiteY4" fmla="*/ 391891 h 1603926"/>
              <a:gd name="connsiteX5" fmla="*/ 627863 w 865263"/>
              <a:gd name="connsiteY5" fmla="*/ 5 h 1603926"/>
              <a:gd name="connsiteX6" fmla="*/ 92286 w 865263"/>
              <a:gd name="connsiteY6" fmla="*/ 731525 h 1603926"/>
              <a:gd name="connsiteX7" fmla="*/ 846 w 865263"/>
              <a:gd name="connsiteY7" fmla="*/ 640085 h 1603926"/>
              <a:gd name="connsiteX0" fmla="*/ 92286 w 865263"/>
              <a:gd name="connsiteY0" fmla="*/ 731525 h 1603926"/>
              <a:gd name="connsiteX1" fmla="*/ 846 w 865263"/>
              <a:gd name="connsiteY1" fmla="*/ 640085 h 1603926"/>
              <a:gd name="connsiteX2" fmla="*/ 405795 w 865263"/>
              <a:gd name="connsiteY2" fmla="*/ 1593674 h 1603926"/>
              <a:gd name="connsiteX3" fmla="*/ 795732 w 865263"/>
              <a:gd name="connsiteY3" fmla="*/ 1218518 h 1603926"/>
              <a:gd name="connsiteX4" fmla="*/ 701084 w 865263"/>
              <a:gd name="connsiteY4" fmla="*/ 781485 h 1603926"/>
              <a:gd name="connsiteX5" fmla="*/ 862995 w 865263"/>
              <a:gd name="connsiteY5" fmla="*/ 391891 h 1603926"/>
              <a:gd name="connsiteX6" fmla="*/ 627863 w 865263"/>
              <a:gd name="connsiteY6" fmla="*/ 5 h 1603926"/>
              <a:gd name="connsiteX7" fmla="*/ 183726 w 865263"/>
              <a:gd name="connsiteY7" fmla="*/ 822965 h 1603926"/>
              <a:gd name="connsiteX0" fmla="*/ 92286 w 865263"/>
              <a:gd name="connsiteY0" fmla="*/ 731525 h 1603926"/>
              <a:gd name="connsiteX1" fmla="*/ 846 w 865263"/>
              <a:gd name="connsiteY1" fmla="*/ 640085 h 1603926"/>
              <a:gd name="connsiteX2" fmla="*/ 405795 w 865263"/>
              <a:gd name="connsiteY2" fmla="*/ 1593674 h 1603926"/>
              <a:gd name="connsiteX3" fmla="*/ 795732 w 865263"/>
              <a:gd name="connsiteY3" fmla="*/ 1218518 h 1603926"/>
              <a:gd name="connsiteX4" fmla="*/ 701084 w 865263"/>
              <a:gd name="connsiteY4" fmla="*/ 781485 h 1603926"/>
              <a:gd name="connsiteX5" fmla="*/ 862995 w 865263"/>
              <a:gd name="connsiteY5" fmla="*/ 391891 h 1603926"/>
              <a:gd name="connsiteX6" fmla="*/ 627863 w 865263"/>
              <a:gd name="connsiteY6" fmla="*/ 5 h 1603926"/>
              <a:gd name="connsiteX0" fmla="*/ 846 w 865263"/>
              <a:gd name="connsiteY0" fmla="*/ 640085 h 1603926"/>
              <a:gd name="connsiteX1" fmla="*/ 405795 w 865263"/>
              <a:gd name="connsiteY1" fmla="*/ 1593674 h 1603926"/>
              <a:gd name="connsiteX2" fmla="*/ 795732 w 865263"/>
              <a:gd name="connsiteY2" fmla="*/ 1218518 h 1603926"/>
              <a:gd name="connsiteX3" fmla="*/ 701084 w 865263"/>
              <a:gd name="connsiteY3" fmla="*/ 781485 h 1603926"/>
              <a:gd name="connsiteX4" fmla="*/ 862995 w 865263"/>
              <a:gd name="connsiteY4" fmla="*/ 391891 h 1603926"/>
              <a:gd name="connsiteX5" fmla="*/ 627863 w 865263"/>
              <a:gd name="connsiteY5" fmla="*/ 5 h 1603926"/>
              <a:gd name="connsiteX0" fmla="*/ 0 w 459468"/>
              <a:gd name="connsiteY0" fmla="*/ 1593674 h 1603926"/>
              <a:gd name="connsiteX1" fmla="*/ 389937 w 459468"/>
              <a:gd name="connsiteY1" fmla="*/ 1218518 h 1603926"/>
              <a:gd name="connsiteX2" fmla="*/ 295289 w 459468"/>
              <a:gd name="connsiteY2" fmla="*/ 781485 h 1603926"/>
              <a:gd name="connsiteX3" fmla="*/ 457200 w 459468"/>
              <a:gd name="connsiteY3" fmla="*/ 391891 h 1603926"/>
              <a:gd name="connsiteX4" fmla="*/ 222068 w 459468"/>
              <a:gd name="connsiteY4" fmla="*/ 5 h 1603926"/>
              <a:gd name="connsiteX0" fmla="*/ 0 w 459468"/>
              <a:gd name="connsiteY0" fmla="*/ 1593674 h 1603926"/>
              <a:gd name="connsiteX1" fmla="*/ 389937 w 459468"/>
              <a:gd name="connsiteY1" fmla="*/ 1218518 h 1603926"/>
              <a:gd name="connsiteX2" fmla="*/ 295289 w 459468"/>
              <a:gd name="connsiteY2" fmla="*/ 781485 h 1603926"/>
              <a:gd name="connsiteX3" fmla="*/ 457200 w 459468"/>
              <a:gd name="connsiteY3" fmla="*/ 391891 h 1603926"/>
              <a:gd name="connsiteX4" fmla="*/ 222068 w 459468"/>
              <a:gd name="connsiteY4" fmla="*/ 5 h 1603926"/>
              <a:gd name="connsiteX0" fmla="*/ 0 w 459468"/>
              <a:gd name="connsiteY0" fmla="*/ 1593674 h 1603926"/>
              <a:gd name="connsiteX1" fmla="*/ 389937 w 459468"/>
              <a:gd name="connsiteY1" fmla="*/ 1218518 h 1603926"/>
              <a:gd name="connsiteX2" fmla="*/ 295289 w 459468"/>
              <a:gd name="connsiteY2" fmla="*/ 781485 h 1603926"/>
              <a:gd name="connsiteX3" fmla="*/ 457200 w 459468"/>
              <a:gd name="connsiteY3" fmla="*/ 391891 h 1603926"/>
              <a:gd name="connsiteX4" fmla="*/ 222068 w 459468"/>
              <a:gd name="connsiteY4" fmla="*/ 5 h 1603926"/>
              <a:gd name="connsiteX0" fmla="*/ 0 w 459468"/>
              <a:gd name="connsiteY0" fmla="*/ 1593674 h 1603926"/>
              <a:gd name="connsiteX1" fmla="*/ 389937 w 459468"/>
              <a:gd name="connsiteY1" fmla="*/ 1218518 h 1603926"/>
              <a:gd name="connsiteX2" fmla="*/ 295289 w 459468"/>
              <a:gd name="connsiteY2" fmla="*/ 781485 h 1603926"/>
              <a:gd name="connsiteX3" fmla="*/ 457200 w 459468"/>
              <a:gd name="connsiteY3" fmla="*/ 391891 h 1603926"/>
              <a:gd name="connsiteX4" fmla="*/ 222068 w 459468"/>
              <a:gd name="connsiteY4" fmla="*/ 5 h 1603926"/>
              <a:gd name="connsiteX0" fmla="*/ 0 w 459068"/>
              <a:gd name="connsiteY0" fmla="*/ 1593669 h 1603921"/>
              <a:gd name="connsiteX1" fmla="*/ 389937 w 459068"/>
              <a:gd name="connsiteY1" fmla="*/ 1218513 h 1603921"/>
              <a:gd name="connsiteX2" fmla="*/ 295289 w 459068"/>
              <a:gd name="connsiteY2" fmla="*/ 781480 h 1603921"/>
              <a:gd name="connsiteX3" fmla="*/ 457200 w 459068"/>
              <a:gd name="connsiteY3" fmla="*/ 391886 h 1603921"/>
              <a:gd name="connsiteX4" fmla="*/ 222068 w 459068"/>
              <a:gd name="connsiteY4" fmla="*/ 0 h 1603921"/>
              <a:gd name="connsiteX0" fmla="*/ 0 w 457652"/>
              <a:gd name="connsiteY0" fmla="*/ 1593669 h 1603921"/>
              <a:gd name="connsiteX1" fmla="*/ 389937 w 457652"/>
              <a:gd name="connsiteY1" fmla="*/ 1218513 h 1603921"/>
              <a:gd name="connsiteX2" fmla="*/ 295289 w 457652"/>
              <a:gd name="connsiteY2" fmla="*/ 781480 h 1603921"/>
              <a:gd name="connsiteX3" fmla="*/ 457200 w 457652"/>
              <a:gd name="connsiteY3" fmla="*/ 391886 h 1603921"/>
              <a:gd name="connsiteX4" fmla="*/ 222068 w 457652"/>
              <a:gd name="connsiteY4" fmla="*/ 0 h 1603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652" h="1603921">
                <a:moveTo>
                  <a:pt x="0" y="1593669"/>
                </a:moveTo>
                <a:cubicBezTo>
                  <a:pt x="180607" y="1657989"/>
                  <a:pt x="364785" y="1406015"/>
                  <a:pt x="389937" y="1218513"/>
                </a:cubicBezTo>
                <a:cubicBezTo>
                  <a:pt x="415089" y="1031011"/>
                  <a:pt x="296132" y="1001704"/>
                  <a:pt x="295289" y="781480"/>
                </a:cubicBezTo>
                <a:cubicBezTo>
                  <a:pt x="301821" y="589330"/>
                  <a:pt x="449350" y="573752"/>
                  <a:pt x="457200" y="391886"/>
                </a:cubicBezTo>
                <a:cubicBezTo>
                  <a:pt x="465050" y="210020"/>
                  <a:pt x="370157" y="20861"/>
                  <a:pt x="222068" y="0"/>
                </a:cubicBezTo>
              </a:path>
            </a:pathLst>
          </a:cu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5160314" y="1499647"/>
            <a:ext cx="978594" cy="1010080"/>
            <a:chOff x="5235677" y="1972492"/>
            <a:chExt cx="700548" cy="744898"/>
          </a:xfrm>
        </p:grpSpPr>
        <p:sp>
          <p:nvSpPr>
            <p:cNvPr id="7" name="弧形 6"/>
            <p:cNvSpPr/>
            <p:nvPr/>
          </p:nvSpPr>
          <p:spPr>
            <a:xfrm>
              <a:off x="5349113" y="2370803"/>
              <a:ext cx="471949" cy="346587"/>
            </a:xfrm>
            <a:prstGeom prst="arc">
              <a:avLst>
                <a:gd name="adj1" fmla="val 11837102"/>
                <a:gd name="adj2" fmla="val 20594445"/>
              </a:avLst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/>
            <p:cNvSpPr/>
            <p:nvPr/>
          </p:nvSpPr>
          <p:spPr>
            <a:xfrm>
              <a:off x="5235677" y="1972492"/>
              <a:ext cx="700548" cy="571605"/>
            </a:xfrm>
            <a:prstGeom prst="arc">
              <a:avLst>
                <a:gd name="adj1" fmla="val 1517496"/>
                <a:gd name="adj2" fmla="val 9251355"/>
              </a:avLst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931219" y="2600047"/>
            <a:ext cx="793135" cy="843346"/>
            <a:chOff x="5235677" y="1972492"/>
            <a:chExt cx="700548" cy="744898"/>
          </a:xfrm>
        </p:grpSpPr>
        <p:sp>
          <p:nvSpPr>
            <p:cNvPr id="11" name="弧形 10"/>
            <p:cNvSpPr/>
            <p:nvPr/>
          </p:nvSpPr>
          <p:spPr>
            <a:xfrm>
              <a:off x="5349113" y="2370803"/>
              <a:ext cx="471949" cy="346587"/>
            </a:xfrm>
            <a:prstGeom prst="arc">
              <a:avLst>
                <a:gd name="adj1" fmla="val 11842896"/>
                <a:gd name="adj2" fmla="val 20602405"/>
              </a:avLst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弧形 11"/>
            <p:cNvSpPr/>
            <p:nvPr/>
          </p:nvSpPr>
          <p:spPr>
            <a:xfrm>
              <a:off x="5235677" y="1972492"/>
              <a:ext cx="700548" cy="571605"/>
            </a:xfrm>
            <a:prstGeom prst="arc">
              <a:avLst>
                <a:gd name="adj1" fmla="val 1517496"/>
                <a:gd name="adj2" fmla="val 9251355"/>
              </a:avLst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406120" y="2745211"/>
            <a:ext cx="843298" cy="896685"/>
            <a:chOff x="5235677" y="1972492"/>
            <a:chExt cx="700548" cy="744898"/>
          </a:xfrm>
        </p:grpSpPr>
        <p:sp>
          <p:nvSpPr>
            <p:cNvPr id="14" name="弧形 13"/>
            <p:cNvSpPr/>
            <p:nvPr/>
          </p:nvSpPr>
          <p:spPr>
            <a:xfrm>
              <a:off x="5349113" y="2370803"/>
              <a:ext cx="471949" cy="346587"/>
            </a:xfrm>
            <a:prstGeom prst="arc">
              <a:avLst>
                <a:gd name="adj1" fmla="val 11966261"/>
                <a:gd name="adj2" fmla="val 20602405"/>
              </a:avLst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弧形 14"/>
            <p:cNvSpPr/>
            <p:nvPr/>
          </p:nvSpPr>
          <p:spPr>
            <a:xfrm>
              <a:off x="5235677" y="1972492"/>
              <a:ext cx="700548" cy="571605"/>
            </a:xfrm>
            <a:prstGeom prst="arc">
              <a:avLst>
                <a:gd name="adj1" fmla="val 1517496"/>
                <a:gd name="adj2" fmla="val 9251355"/>
              </a:avLst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667763" y="1569942"/>
            <a:ext cx="940504" cy="1000045"/>
            <a:chOff x="5235677" y="1972492"/>
            <a:chExt cx="700548" cy="744898"/>
          </a:xfrm>
        </p:grpSpPr>
        <p:sp>
          <p:nvSpPr>
            <p:cNvPr id="17" name="弧形 16"/>
            <p:cNvSpPr/>
            <p:nvPr/>
          </p:nvSpPr>
          <p:spPr>
            <a:xfrm>
              <a:off x="5349113" y="2370803"/>
              <a:ext cx="471949" cy="346587"/>
            </a:xfrm>
            <a:prstGeom prst="arc">
              <a:avLst>
                <a:gd name="adj1" fmla="val 11607214"/>
                <a:gd name="adj2" fmla="val 20666522"/>
              </a:avLst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弧形 17"/>
            <p:cNvSpPr/>
            <p:nvPr/>
          </p:nvSpPr>
          <p:spPr>
            <a:xfrm>
              <a:off x="5235677" y="1972492"/>
              <a:ext cx="700548" cy="571605"/>
            </a:xfrm>
            <a:prstGeom prst="arc">
              <a:avLst>
                <a:gd name="adj1" fmla="val 1517496"/>
                <a:gd name="adj2" fmla="val 9251355"/>
              </a:avLst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 rot="6729275">
            <a:off x="3939852" y="2059288"/>
            <a:ext cx="585762" cy="622845"/>
            <a:chOff x="5235677" y="1972492"/>
            <a:chExt cx="700548" cy="744898"/>
          </a:xfrm>
        </p:grpSpPr>
        <p:sp>
          <p:nvSpPr>
            <p:cNvPr id="23" name="弧形 22"/>
            <p:cNvSpPr/>
            <p:nvPr/>
          </p:nvSpPr>
          <p:spPr>
            <a:xfrm>
              <a:off x="5349113" y="2370803"/>
              <a:ext cx="471949" cy="346587"/>
            </a:xfrm>
            <a:prstGeom prst="arc">
              <a:avLst>
                <a:gd name="adj1" fmla="val 11837102"/>
                <a:gd name="adj2" fmla="val 20594445"/>
              </a:avLst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弧形 23"/>
            <p:cNvSpPr/>
            <p:nvPr/>
          </p:nvSpPr>
          <p:spPr>
            <a:xfrm>
              <a:off x="5235677" y="1972492"/>
              <a:ext cx="700548" cy="571605"/>
            </a:xfrm>
            <a:prstGeom prst="arc">
              <a:avLst>
                <a:gd name="adj1" fmla="val 1517496"/>
                <a:gd name="adj2" fmla="val 9251355"/>
              </a:avLst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rot="4797210">
            <a:off x="3903881" y="2681959"/>
            <a:ext cx="585762" cy="622845"/>
            <a:chOff x="5235677" y="1972492"/>
            <a:chExt cx="700548" cy="744898"/>
          </a:xfrm>
        </p:grpSpPr>
        <p:sp>
          <p:nvSpPr>
            <p:cNvPr id="26" name="弧形 25"/>
            <p:cNvSpPr/>
            <p:nvPr/>
          </p:nvSpPr>
          <p:spPr>
            <a:xfrm>
              <a:off x="5349113" y="2370803"/>
              <a:ext cx="471949" cy="346587"/>
            </a:xfrm>
            <a:prstGeom prst="arc">
              <a:avLst>
                <a:gd name="adj1" fmla="val 11837102"/>
                <a:gd name="adj2" fmla="val 20594445"/>
              </a:avLst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弧形 26"/>
            <p:cNvSpPr/>
            <p:nvPr/>
          </p:nvSpPr>
          <p:spPr>
            <a:xfrm>
              <a:off x="5235677" y="1972492"/>
              <a:ext cx="700548" cy="571605"/>
            </a:xfrm>
            <a:prstGeom prst="arc">
              <a:avLst>
                <a:gd name="adj1" fmla="val 1517496"/>
                <a:gd name="adj2" fmla="val 9251355"/>
              </a:avLst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4209763" y="1277573"/>
                <a:ext cx="29495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altLang="zh-CN" sz="2800" b="0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763" y="1277573"/>
                <a:ext cx="294953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 30"/>
              <p:cNvSpPr/>
              <p:nvPr/>
            </p:nvSpPr>
            <p:spPr>
              <a:xfrm>
                <a:off x="5408467" y="1076898"/>
                <a:ext cx="4798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467" y="1076898"/>
                <a:ext cx="4798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矩形 31"/>
              <p:cNvSpPr/>
              <p:nvPr/>
            </p:nvSpPr>
            <p:spPr>
              <a:xfrm>
                <a:off x="2586792" y="1130504"/>
                <a:ext cx="7809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792" y="1130504"/>
                <a:ext cx="78098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492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6</cp:revision>
  <dcterms:created xsi:type="dcterms:W3CDTF">2018-12-31T08:37:15Z</dcterms:created>
  <dcterms:modified xsi:type="dcterms:W3CDTF">2018-12-31T10:44:19Z</dcterms:modified>
</cp:coreProperties>
</file>