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5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9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9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1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96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5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30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8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02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60C6D-5D9C-4E6C-8C1B-5A9170655F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B9739-A52F-47ED-AA29-A1599CF82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69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/>
          <p:cNvGrpSpPr/>
          <p:nvPr/>
        </p:nvGrpSpPr>
        <p:grpSpPr>
          <a:xfrm>
            <a:off x="2296890" y="1026587"/>
            <a:ext cx="4489163" cy="4462981"/>
            <a:chOff x="3805583" y="1821892"/>
            <a:chExt cx="3163351" cy="3134207"/>
          </a:xfrm>
        </p:grpSpPr>
        <p:grpSp>
          <p:nvGrpSpPr>
            <p:cNvPr id="49" name="组合 48"/>
            <p:cNvGrpSpPr/>
            <p:nvPr/>
          </p:nvGrpSpPr>
          <p:grpSpPr>
            <a:xfrm>
              <a:off x="3805583" y="1821892"/>
              <a:ext cx="3149622" cy="707743"/>
              <a:chOff x="3805583" y="1821892"/>
              <a:chExt cx="3149622" cy="707743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80558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9" name="组合 8"/>
                <p:cNvGrpSpPr/>
                <p:nvPr/>
              </p:nvGrpSpPr>
              <p:grpSpPr>
                <a:xfrm>
                  <a:off x="4460963" y="1870167"/>
                  <a:ext cx="99293" cy="674138"/>
                  <a:chOff x="4460963" y="1870167"/>
                  <a:chExt cx="99293" cy="674138"/>
                </a:xfrm>
              </p:grpSpPr>
              <p:sp>
                <p:nvSpPr>
                  <p:cNvPr id="4" name="椭圆 3"/>
                  <p:cNvSpPr>
                    <a:spLocks noChangeAspect="1"/>
                  </p:cNvSpPr>
                  <p:nvPr/>
                </p:nvSpPr>
                <p:spPr>
                  <a:xfrm>
                    <a:off x="4460963" y="1870167"/>
                    <a:ext cx="99293" cy="951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椭圆 4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" name="组合 9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11" name="椭圆 10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" name="椭圆 11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4" name="组合 13"/>
              <p:cNvGrpSpPr/>
              <p:nvPr/>
            </p:nvGrpSpPr>
            <p:grpSpPr>
              <a:xfrm>
                <a:off x="5024850" y="1821892"/>
                <a:ext cx="711103" cy="707743"/>
                <a:chOff x="4460963" y="1870166"/>
                <a:chExt cx="695830" cy="674139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4460963" y="1870166"/>
                  <a:ext cx="99292" cy="674139"/>
                  <a:chOff x="4460963" y="1870166"/>
                  <a:chExt cx="99292" cy="674139"/>
                </a:xfrm>
              </p:grpSpPr>
              <p:sp>
                <p:nvSpPr>
                  <p:cNvPr id="19" name="椭圆 18"/>
                  <p:cNvSpPr/>
                  <p:nvPr/>
                </p:nvSpPr>
                <p:spPr>
                  <a:xfrm>
                    <a:off x="4460963" y="1870166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6" name="组合 15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1" name="组合 20"/>
              <p:cNvGrpSpPr/>
              <p:nvPr/>
            </p:nvGrpSpPr>
            <p:grpSpPr>
              <a:xfrm>
                <a:off x="624410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22" name="组合 21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6" name="椭圆 25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" name="椭圆 26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4" name="椭圆 23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椭圆 24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50" name="组合 49"/>
            <p:cNvGrpSpPr/>
            <p:nvPr/>
          </p:nvGrpSpPr>
          <p:grpSpPr>
            <a:xfrm>
              <a:off x="3805583" y="3035124"/>
              <a:ext cx="3149622" cy="707743"/>
              <a:chOff x="3805583" y="1821892"/>
              <a:chExt cx="3149622" cy="707743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380558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66" name="组合 65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70" name="椭圆 69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椭圆 70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7" name="组合 66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68" name="椭圆 67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椭圆 68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52" name="组合 51"/>
              <p:cNvGrpSpPr/>
              <p:nvPr/>
            </p:nvGrpSpPr>
            <p:grpSpPr>
              <a:xfrm>
                <a:off x="502484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60" name="组合 59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1" name="组合 60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62" name="椭圆 61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" name="椭圆 62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53" name="组合 52"/>
              <p:cNvGrpSpPr/>
              <p:nvPr/>
            </p:nvGrpSpPr>
            <p:grpSpPr>
              <a:xfrm>
                <a:off x="624410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54" name="组合 53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58" name="椭圆 57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椭圆 58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5" name="组合 54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56" name="椭圆 55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" name="椭圆 56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72" name="组合 71"/>
            <p:cNvGrpSpPr/>
            <p:nvPr/>
          </p:nvGrpSpPr>
          <p:grpSpPr>
            <a:xfrm>
              <a:off x="3805583" y="4248356"/>
              <a:ext cx="3163351" cy="707743"/>
              <a:chOff x="3805583" y="1821892"/>
              <a:chExt cx="3163351" cy="707743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380558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88" name="组合 87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92" name="椭圆 91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椭圆 92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" name="组合 88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90" name="椭圆 89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1" name="椭圆 90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74" name="组合 73"/>
              <p:cNvGrpSpPr/>
              <p:nvPr/>
            </p:nvGrpSpPr>
            <p:grpSpPr>
              <a:xfrm>
                <a:off x="502484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82" name="组合 81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86" name="椭圆 85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椭圆 86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3" name="组合 82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84" name="椭圆 83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椭圆 84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75" name="组合 74"/>
              <p:cNvGrpSpPr/>
              <p:nvPr/>
            </p:nvGrpSpPr>
            <p:grpSpPr>
              <a:xfrm>
                <a:off x="6244104" y="1821892"/>
                <a:ext cx="724830" cy="707743"/>
                <a:chOff x="4460963" y="1870166"/>
                <a:chExt cx="709263" cy="674139"/>
              </a:xfrm>
            </p:grpSpPr>
            <p:grpSp>
              <p:nvGrpSpPr>
                <p:cNvPr id="76" name="组合 75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80" name="椭圆 79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" name="椭圆 80"/>
                  <p:cNvSpPr/>
                  <p:nvPr/>
                </p:nvSpPr>
                <p:spPr>
                  <a:xfrm>
                    <a:off x="4460963" y="2447980"/>
                    <a:ext cx="99292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" name="组合 76"/>
                <p:cNvGrpSpPr/>
                <p:nvPr/>
              </p:nvGrpSpPr>
              <p:grpSpPr>
                <a:xfrm>
                  <a:off x="5057500" y="1870166"/>
                  <a:ext cx="112726" cy="674139"/>
                  <a:chOff x="4460963" y="1870166"/>
                  <a:chExt cx="112726" cy="674139"/>
                </a:xfrm>
              </p:grpSpPr>
              <p:sp>
                <p:nvSpPr>
                  <p:cNvPr id="78" name="椭圆 77"/>
                  <p:cNvSpPr/>
                  <p:nvPr/>
                </p:nvSpPr>
                <p:spPr>
                  <a:xfrm>
                    <a:off x="4460963" y="1870166"/>
                    <a:ext cx="112726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" name="椭圆 78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63" name="组合 162"/>
          <p:cNvGrpSpPr/>
          <p:nvPr/>
        </p:nvGrpSpPr>
        <p:grpSpPr>
          <a:xfrm>
            <a:off x="2716574" y="1486621"/>
            <a:ext cx="3604538" cy="3599196"/>
            <a:chOff x="3805583" y="1821892"/>
            <a:chExt cx="2539988" cy="2527599"/>
          </a:xfrm>
        </p:grpSpPr>
        <p:grpSp>
          <p:nvGrpSpPr>
            <p:cNvPr id="164" name="组合 163"/>
            <p:cNvGrpSpPr/>
            <p:nvPr/>
          </p:nvGrpSpPr>
          <p:grpSpPr>
            <a:xfrm>
              <a:off x="3805583" y="1821892"/>
              <a:ext cx="2539980" cy="707743"/>
              <a:chOff x="3805583" y="1821892"/>
              <a:chExt cx="2539980" cy="707743"/>
            </a:xfrm>
          </p:grpSpPr>
          <p:grpSp>
            <p:nvGrpSpPr>
              <p:cNvPr id="209" name="组合 208"/>
              <p:cNvGrpSpPr/>
              <p:nvPr/>
            </p:nvGrpSpPr>
            <p:grpSpPr>
              <a:xfrm>
                <a:off x="380558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224" name="组合 223"/>
                <p:cNvGrpSpPr/>
                <p:nvPr/>
              </p:nvGrpSpPr>
              <p:grpSpPr>
                <a:xfrm>
                  <a:off x="4460963" y="1870167"/>
                  <a:ext cx="99293" cy="674138"/>
                  <a:chOff x="4460963" y="1870167"/>
                  <a:chExt cx="99293" cy="674138"/>
                </a:xfrm>
              </p:grpSpPr>
              <p:sp>
                <p:nvSpPr>
                  <p:cNvPr id="228" name="椭圆 227"/>
                  <p:cNvSpPr>
                    <a:spLocks noChangeAspect="1"/>
                  </p:cNvSpPr>
                  <p:nvPr/>
                </p:nvSpPr>
                <p:spPr>
                  <a:xfrm>
                    <a:off x="4460963" y="1870167"/>
                    <a:ext cx="99293" cy="95128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椭圆 228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25" name="组合 224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26" name="椭圆 225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椭圆 226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10" name="组合 209"/>
              <p:cNvGrpSpPr/>
              <p:nvPr/>
            </p:nvGrpSpPr>
            <p:grpSpPr>
              <a:xfrm>
                <a:off x="502484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218" name="组合 217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22" name="椭圆 221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椭圆 222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9" name="组合 218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20" name="椭圆 219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椭圆 220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12" name="组合 211"/>
              <p:cNvGrpSpPr/>
              <p:nvPr/>
            </p:nvGrpSpPr>
            <p:grpSpPr>
              <a:xfrm>
                <a:off x="6244091" y="1821892"/>
                <a:ext cx="101472" cy="707743"/>
                <a:chOff x="4460963" y="1870166"/>
                <a:chExt cx="99293" cy="674139"/>
              </a:xfrm>
            </p:grpSpPr>
            <p:sp>
              <p:nvSpPr>
                <p:cNvPr id="216" name="椭圆 215"/>
                <p:cNvSpPr/>
                <p:nvPr/>
              </p:nvSpPr>
              <p:spPr>
                <a:xfrm>
                  <a:off x="4460963" y="1870166"/>
                  <a:ext cx="99293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7" name="椭圆 216"/>
                <p:cNvSpPr/>
                <p:nvPr/>
              </p:nvSpPr>
              <p:spPr>
                <a:xfrm>
                  <a:off x="4460963" y="2447980"/>
                  <a:ext cx="99293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65" name="组合 164"/>
            <p:cNvGrpSpPr/>
            <p:nvPr/>
          </p:nvGrpSpPr>
          <p:grpSpPr>
            <a:xfrm>
              <a:off x="3805583" y="3035124"/>
              <a:ext cx="2539980" cy="707743"/>
              <a:chOff x="3805583" y="1821892"/>
              <a:chExt cx="2539980" cy="707743"/>
            </a:xfrm>
          </p:grpSpPr>
          <p:grpSp>
            <p:nvGrpSpPr>
              <p:cNvPr id="188" name="组合 187"/>
              <p:cNvGrpSpPr/>
              <p:nvPr/>
            </p:nvGrpSpPr>
            <p:grpSpPr>
              <a:xfrm>
                <a:off x="380558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07" name="椭圆 206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8" name="椭圆 207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5057500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05" name="椭圆 204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89" name="组合 188"/>
              <p:cNvGrpSpPr/>
              <p:nvPr/>
            </p:nvGrpSpPr>
            <p:grpSpPr>
              <a:xfrm>
                <a:off x="5024843" y="1821892"/>
                <a:ext cx="711102" cy="707743"/>
                <a:chOff x="4460963" y="1870166"/>
                <a:chExt cx="695830" cy="674139"/>
              </a:xfrm>
            </p:grpSpPr>
            <p:grpSp>
              <p:nvGrpSpPr>
                <p:cNvPr id="197" name="组合 196"/>
                <p:cNvGrpSpPr/>
                <p:nvPr/>
              </p:nvGrpSpPr>
              <p:grpSpPr>
                <a:xfrm>
                  <a:off x="4460963" y="1870166"/>
                  <a:ext cx="99293" cy="674139"/>
                  <a:chOff x="4460963" y="1870166"/>
                  <a:chExt cx="99293" cy="674139"/>
                </a:xfrm>
              </p:grpSpPr>
              <p:sp>
                <p:nvSpPr>
                  <p:cNvPr id="201" name="椭圆 200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2" name="椭圆 201"/>
                  <p:cNvSpPr/>
                  <p:nvPr/>
                </p:nvSpPr>
                <p:spPr>
                  <a:xfrm>
                    <a:off x="4460963" y="2447980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5057500" y="1870166"/>
                  <a:ext cx="99293" cy="674138"/>
                  <a:chOff x="4460963" y="1870166"/>
                  <a:chExt cx="99293" cy="674138"/>
                </a:xfrm>
              </p:grpSpPr>
              <p:sp>
                <p:nvSpPr>
                  <p:cNvPr id="199" name="椭圆 198"/>
                  <p:cNvSpPr/>
                  <p:nvPr/>
                </p:nvSpPr>
                <p:spPr>
                  <a:xfrm>
                    <a:off x="4460963" y="1870166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椭圆 199"/>
                  <p:cNvSpPr/>
                  <p:nvPr/>
                </p:nvSpPr>
                <p:spPr>
                  <a:xfrm>
                    <a:off x="4460963" y="2447979"/>
                    <a:ext cx="99293" cy="96325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1" name="组合 190"/>
              <p:cNvGrpSpPr/>
              <p:nvPr/>
            </p:nvGrpSpPr>
            <p:grpSpPr>
              <a:xfrm>
                <a:off x="6244091" y="1821892"/>
                <a:ext cx="101472" cy="707743"/>
                <a:chOff x="4460963" y="1870166"/>
                <a:chExt cx="99293" cy="674139"/>
              </a:xfrm>
            </p:grpSpPr>
            <p:sp>
              <p:nvSpPr>
                <p:cNvPr id="195" name="椭圆 194"/>
                <p:cNvSpPr/>
                <p:nvPr/>
              </p:nvSpPr>
              <p:spPr>
                <a:xfrm>
                  <a:off x="4460963" y="1870166"/>
                  <a:ext cx="99293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6" name="椭圆 195"/>
                <p:cNvSpPr/>
                <p:nvPr/>
              </p:nvSpPr>
              <p:spPr>
                <a:xfrm>
                  <a:off x="4460963" y="2447980"/>
                  <a:ext cx="99293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66" name="组合 165"/>
            <p:cNvGrpSpPr/>
            <p:nvPr/>
          </p:nvGrpSpPr>
          <p:grpSpPr>
            <a:xfrm>
              <a:off x="3805583" y="4248364"/>
              <a:ext cx="2539988" cy="101127"/>
              <a:chOff x="3805583" y="1821900"/>
              <a:chExt cx="2539988" cy="101127"/>
            </a:xfrm>
          </p:grpSpPr>
          <p:grpSp>
            <p:nvGrpSpPr>
              <p:cNvPr id="167" name="组合 166"/>
              <p:cNvGrpSpPr/>
              <p:nvPr/>
            </p:nvGrpSpPr>
            <p:grpSpPr>
              <a:xfrm>
                <a:off x="3805583" y="1821900"/>
                <a:ext cx="711101" cy="101127"/>
                <a:chOff x="4460963" y="1870166"/>
                <a:chExt cx="695829" cy="96325"/>
              </a:xfrm>
            </p:grpSpPr>
            <p:sp>
              <p:nvSpPr>
                <p:cNvPr id="186" name="椭圆 185"/>
                <p:cNvSpPr/>
                <p:nvPr/>
              </p:nvSpPr>
              <p:spPr>
                <a:xfrm>
                  <a:off x="4460963" y="1870166"/>
                  <a:ext cx="99292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4" name="椭圆 183"/>
                <p:cNvSpPr/>
                <p:nvPr/>
              </p:nvSpPr>
              <p:spPr>
                <a:xfrm>
                  <a:off x="5057500" y="1870166"/>
                  <a:ext cx="99292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68" name="组合 167"/>
              <p:cNvGrpSpPr/>
              <p:nvPr/>
            </p:nvGrpSpPr>
            <p:grpSpPr>
              <a:xfrm>
                <a:off x="5024843" y="1821900"/>
                <a:ext cx="711101" cy="101127"/>
                <a:chOff x="4460963" y="1870166"/>
                <a:chExt cx="695829" cy="96325"/>
              </a:xfrm>
            </p:grpSpPr>
            <p:sp>
              <p:nvSpPr>
                <p:cNvPr id="180" name="椭圆 179"/>
                <p:cNvSpPr/>
                <p:nvPr/>
              </p:nvSpPr>
              <p:spPr>
                <a:xfrm>
                  <a:off x="4460963" y="1870166"/>
                  <a:ext cx="99292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8" name="椭圆 177"/>
                <p:cNvSpPr/>
                <p:nvPr/>
              </p:nvSpPr>
              <p:spPr>
                <a:xfrm>
                  <a:off x="5057500" y="1870166"/>
                  <a:ext cx="99292" cy="963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74" name="椭圆 173"/>
              <p:cNvSpPr/>
              <p:nvPr/>
            </p:nvSpPr>
            <p:spPr>
              <a:xfrm>
                <a:off x="6244099" y="1821900"/>
                <a:ext cx="101472" cy="10112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788574" y="666206"/>
            <a:ext cx="3451276" cy="5172891"/>
            <a:chOff x="2788574" y="520249"/>
            <a:chExt cx="3451276" cy="5387927"/>
          </a:xfrm>
        </p:grpSpPr>
        <p:cxnSp>
          <p:nvCxnSpPr>
            <p:cNvPr id="232" name="直接连接符 231"/>
            <p:cNvCxnSpPr/>
            <p:nvPr/>
          </p:nvCxnSpPr>
          <p:spPr>
            <a:xfrm>
              <a:off x="2788574" y="5202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3651393" y="5202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>
              <a:off x="4514212" y="5202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>
              <a:off x="5391099" y="5202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6239850" y="5202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42" name="组合 241"/>
          <p:cNvGrpSpPr/>
          <p:nvPr/>
        </p:nvGrpSpPr>
        <p:grpSpPr>
          <a:xfrm rot="16200000">
            <a:off x="2799215" y="687796"/>
            <a:ext cx="3451276" cy="5188815"/>
            <a:chOff x="2940974" y="672649"/>
            <a:chExt cx="3451276" cy="5387927"/>
          </a:xfrm>
        </p:grpSpPr>
        <p:cxnSp>
          <p:nvCxnSpPr>
            <p:cNvPr id="237" name="直接连接符 236"/>
            <p:cNvCxnSpPr/>
            <p:nvPr/>
          </p:nvCxnSpPr>
          <p:spPr>
            <a:xfrm>
              <a:off x="2940974" y="6726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3803793" y="6726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>
              <a:off x="4666612" y="6726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>
              <a:off x="5543499" y="6726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>
              <a:off x="6392250" y="672649"/>
              <a:ext cx="0" cy="538792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50" name="组合 249"/>
          <p:cNvGrpSpPr/>
          <p:nvPr/>
        </p:nvGrpSpPr>
        <p:grpSpPr>
          <a:xfrm>
            <a:off x="2325916" y="1078689"/>
            <a:ext cx="4486787" cy="4338879"/>
            <a:chOff x="2325916" y="1078689"/>
            <a:chExt cx="4486787" cy="4338879"/>
          </a:xfrm>
        </p:grpSpPr>
        <p:cxnSp>
          <p:nvCxnSpPr>
            <p:cNvPr id="244" name="直接连接符 243"/>
            <p:cNvCxnSpPr/>
            <p:nvPr/>
          </p:nvCxnSpPr>
          <p:spPr>
            <a:xfrm>
              <a:off x="2368890" y="1078689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>
              <a:off x="2354821" y="1962384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>
              <a:off x="2325916" y="2826179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>
              <a:off x="2436112" y="4553771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>
              <a:off x="2368890" y="5417568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>
              <a:off x="2354820" y="3685040"/>
              <a:ext cx="4376591" cy="0"/>
            </a:xfrm>
            <a:prstGeom prst="line">
              <a:avLst/>
            </a:prstGeom>
            <a:ln>
              <a:solidFill>
                <a:schemeClr val="dk1">
                  <a:alpha val="48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1" name="组合 250"/>
          <p:cNvGrpSpPr/>
          <p:nvPr/>
        </p:nvGrpSpPr>
        <p:grpSpPr>
          <a:xfrm rot="16200000">
            <a:off x="2267303" y="1104477"/>
            <a:ext cx="4486787" cy="4338879"/>
            <a:chOff x="2325916" y="1078689"/>
            <a:chExt cx="4486787" cy="4338879"/>
          </a:xfrm>
        </p:grpSpPr>
        <p:cxnSp>
          <p:nvCxnSpPr>
            <p:cNvPr id="252" name="直接连接符 251"/>
            <p:cNvCxnSpPr/>
            <p:nvPr/>
          </p:nvCxnSpPr>
          <p:spPr>
            <a:xfrm>
              <a:off x="2368890" y="1078689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2354821" y="1962384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>
              <a:off x="2325916" y="2826179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2436112" y="4553771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2368890" y="5417568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>
              <a:off x="2354820" y="3685040"/>
              <a:ext cx="4376591" cy="0"/>
            </a:xfrm>
            <a:prstGeom prst="line">
              <a:avLst/>
            </a:prstGeom>
            <a:ln>
              <a:solidFill>
                <a:schemeClr val="dk1">
                  <a:alpha val="66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979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5</cp:revision>
  <dcterms:created xsi:type="dcterms:W3CDTF">2018-12-25T07:00:12Z</dcterms:created>
  <dcterms:modified xsi:type="dcterms:W3CDTF">2018-12-25T07:33:34Z</dcterms:modified>
</cp:coreProperties>
</file>