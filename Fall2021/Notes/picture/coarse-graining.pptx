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740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126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4383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43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363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42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558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989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196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79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534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0B792-0D16-445B-B109-CB6E3389E032}" type="datetimeFigureOut">
              <a:rPr lang="zh-CN" altLang="en-US" smtClean="0"/>
              <a:t>2018/12/30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8E57E8-B69E-46BE-B975-7EB03181A4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7394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926079" y="2769326"/>
            <a:ext cx="2481944" cy="65314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3043646" y="2893423"/>
            <a:ext cx="404948" cy="4049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3947160" y="2886891"/>
            <a:ext cx="404948" cy="4049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4850674" y="2893423"/>
            <a:ext cx="404948" cy="4049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148250" y="2762795"/>
            <a:ext cx="2481944" cy="653143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265817" y="2886892"/>
            <a:ext cx="404948" cy="4049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7169331" y="2880360"/>
            <a:ext cx="404948" cy="4049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8072845" y="2886892"/>
            <a:ext cx="404948" cy="40494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3060909" y="3520440"/>
                <a:ext cx="37042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0909" y="3520440"/>
                <a:ext cx="370421" cy="369332"/>
              </a:xfrm>
              <a:prstGeom prst="rect">
                <a:avLst/>
              </a:prstGeom>
              <a:blipFill>
                <a:blip r:embed="rId2"/>
                <a:stretch>
                  <a:fillRect l="-16393" r="-3279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/>
              <p:cNvSpPr txBox="1"/>
              <p:nvPr/>
            </p:nvSpPr>
            <p:spPr>
              <a:xfrm>
                <a:off x="3960864" y="3520440"/>
                <a:ext cx="3775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0864" y="3520440"/>
                <a:ext cx="377539" cy="369332"/>
              </a:xfrm>
              <a:prstGeom prst="rect">
                <a:avLst/>
              </a:prstGeom>
              <a:blipFill>
                <a:blip r:embed="rId3"/>
                <a:stretch>
                  <a:fillRect l="-17742" r="-3226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4873777" y="3520440"/>
                <a:ext cx="3775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777" y="3520440"/>
                <a:ext cx="377539" cy="369332"/>
              </a:xfrm>
              <a:prstGeom prst="rect">
                <a:avLst/>
              </a:prstGeom>
              <a:blipFill>
                <a:blip r:embed="rId4"/>
                <a:stretch>
                  <a:fillRect l="-18033" r="-4918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/>
              <p:cNvSpPr txBox="1"/>
              <p:nvPr/>
            </p:nvSpPr>
            <p:spPr>
              <a:xfrm>
                <a:off x="6313512" y="3520440"/>
                <a:ext cx="3775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3512" y="3520440"/>
                <a:ext cx="377539" cy="369332"/>
              </a:xfrm>
              <a:prstGeom prst="rect">
                <a:avLst/>
              </a:prstGeom>
              <a:blipFill>
                <a:blip r:embed="rId5"/>
                <a:stretch>
                  <a:fillRect l="-17742" r="-3226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7213467" y="3520440"/>
                <a:ext cx="3775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3467" y="3520440"/>
                <a:ext cx="377539" cy="369332"/>
              </a:xfrm>
              <a:prstGeom prst="rect">
                <a:avLst/>
              </a:prstGeom>
              <a:blipFill>
                <a:blip r:embed="rId6"/>
                <a:stretch>
                  <a:fillRect l="-16129" r="-4839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/>
              <p:cNvSpPr txBox="1"/>
              <p:nvPr/>
            </p:nvSpPr>
            <p:spPr>
              <a:xfrm>
                <a:off x="8126380" y="3520440"/>
                <a:ext cx="37753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6380" y="3520440"/>
                <a:ext cx="377539" cy="369332"/>
              </a:xfrm>
              <a:prstGeom prst="rect">
                <a:avLst/>
              </a:prstGeom>
              <a:blipFill>
                <a:blip r:embed="rId7"/>
                <a:stretch>
                  <a:fillRect l="-16129" r="-3226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820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tao runkai</dc:creator>
  <cp:lastModifiedBy>tao runkai</cp:lastModifiedBy>
  <cp:revision>1</cp:revision>
  <dcterms:created xsi:type="dcterms:W3CDTF">2018-12-30T09:25:24Z</dcterms:created>
  <dcterms:modified xsi:type="dcterms:W3CDTF">2018-12-30T09:33:39Z</dcterms:modified>
</cp:coreProperties>
</file>