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FB097-4A12-4F8E-BA28-B05EB64D5D2C}" type="datetimeFigureOut">
              <a:rPr lang="zh-CN" altLang="en-US" smtClean="0"/>
              <a:t>2018/12/27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A4F74-FF6C-4BE1-AA0D-B79658CBAC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5356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FB097-4A12-4F8E-BA28-B05EB64D5D2C}" type="datetimeFigureOut">
              <a:rPr lang="zh-CN" altLang="en-US" smtClean="0"/>
              <a:t>2018/12/27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A4F74-FF6C-4BE1-AA0D-B79658CBAC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5081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FB097-4A12-4F8E-BA28-B05EB64D5D2C}" type="datetimeFigureOut">
              <a:rPr lang="zh-CN" altLang="en-US" smtClean="0"/>
              <a:t>2018/12/27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A4F74-FF6C-4BE1-AA0D-B79658CBAC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1680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FB097-4A12-4F8E-BA28-B05EB64D5D2C}" type="datetimeFigureOut">
              <a:rPr lang="zh-CN" altLang="en-US" smtClean="0"/>
              <a:t>2018/12/27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A4F74-FF6C-4BE1-AA0D-B79658CBAC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075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FB097-4A12-4F8E-BA28-B05EB64D5D2C}" type="datetimeFigureOut">
              <a:rPr lang="zh-CN" altLang="en-US" smtClean="0"/>
              <a:t>2018/12/27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A4F74-FF6C-4BE1-AA0D-B79658CBAC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4100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FB097-4A12-4F8E-BA28-B05EB64D5D2C}" type="datetimeFigureOut">
              <a:rPr lang="zh-CN" altLang="en-US" smtClean="0"/>
              <a:t>2018/12/27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A4F74-FF6C-4BE1-AA0D-B79658CBAC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3737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FB097-4A12-4F8E-BA28-B05EB64D5D2C}" type="datetimeFigureOut">
              <a:rPr lang="zh-CN" altLang="en-US" smtClean="0"/>
              <a:t>2018/12/27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A4F74-FF6C-4BE1-AA0D-B79658CBAC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384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FB097-4A12-4F8E-BA28-B05EB64D5D2C}" type="datetimeFigureOut">
              <a:rPr lang="zh-CN" altLang="en-US" smtClean="0"/>
              <a:t>2018/12/27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A4F74-FF6C-4BE1-AA0D-B79658CBAC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0937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FB097-4A12-4F8E-BA28-B05EB64D5D2C}" type="datetimeFigureOut">
              <a:rPr lang="zh-CN" altLang="en-US" smtClean="0"/>
              <a:t>2018/12/27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A4F74-FF6C-4BE1-AA0D-B79658CBAC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347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FB097-4A12-4F8E-BA28-B05EB64D5D2C}" type="datetimeFigureOut">
              <a:rPr lang="zh-CN" altLang="en-US" smtClean="0"/>
              <a:t>2018/12/27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A4F74-FF6C-4BE1-AA0D-B79658CBAC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5963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FB097-4A12-4F8E-BA28-B05EB64D5D2C}" type="datetimeFigureOut">
              <a:rPr lang="zh-CN" altLang="en-US" smtClean="0"/>
              <a:t>2018/12/27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A4F74-FF6C-4BE1-AA0D-B79658CBAC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0736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7FB097-4A12-4F8E-BA28-B05EB64D5D2C}" type="datetimeFigureOut">
              <a:rPr lang="zh-CN" altLang="en-US" smtClean="0"/>
              <a:t>2018/12/27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DA4F74-FF6C-4BE1-AA0D-B79658CBAC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2182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/>
          <p:cNvGrpSpPr/>
          <p:nvPr/>
        </p:nvGrpSpPr>
        <p:grpSpPr>
          <a:xfrm>
            <a:off x="848233" y="1505903"/>
            <a:ext cx="3147924" cy="3203166"/>
            <a:chOff x="848233" y="1505903"/>
            <a:chExt cx="3147924" cy="3203166"/>
          </a:xfrm>
        </p:grpSpPr>
        <p:cxnSp>
          <p:nvCxnSpPr>
            <p:cNvPr id="4" name="直接箭头连接符 3"/>
            <p:cNvCxnSpPr/>
            <p:nvPr/>
          </p:nvCxnSpPr>
          <p:spPr>
            <a:xfrm>
              <a:off x="848233" y="3269069"/>
              <a:ext cx="2880000" cy="0"/>
            </a:xfrm>
            <a:prstGeom prst="straightConnector1">
              <a:avLst/>
            </a:prstGeom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" name="直接箭头连接符 4"/>
            <p:cNvCxnSpPr/>
            <p:nvPr/>
          </p:nvCxnSpPr>
          <p:spPr>
            <a:xfrm flipH="1" flipV="1">
              <a:off x="2288233" y="1829069"/>
              <a:ext cx="0" cy="2880000"/>
            </a:xfrm>
            <a:prstGeom prst="straightConnector1">
              <a:avLst/>
            </a:prstGeom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文本框 13"/>
                <p:cNvSpPr txBox="1"/>
                <p:nvPr/>
              </p:nvSpPr>
              <p:spPr>
                <a:xfrm>
                  <a:off x="3700948" y="3085971"/>
                  <a:ext cx="29520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>
            <p:sp>
              <p:nvSpPr>
                <p:cNvPr id="14" name="文本框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00948" y="3085971"/>
                  <a:ext cx="295209" cy="369332"/>
                </a:xfrm>
                <a:prstGeom prst="rect">
                  <a:avLst/>
                </a:prstGeom>
                <a:blipFill>
                  <a:blip r:embed="rId2"/>
                  <a:stretch>
                    <a:fillRect l="-20408" r="-18367" b="-65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文本框 14"/>
                <p:cNvSpPr txBox="1"/>
                <p:nvPr/>
              </p:nvSpPr>
              <p:spPr>
                <a:xfrm>
                  <a:off x="2121629" y="1505903"/>
                  <a:ext cx="353751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>
            <p:sp>
              <p:nvSpPr>
                <p:cNvPr id="15" name="文本框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21629" y="1505903"/>
                  <a:ext cx="353751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17241" r="-17241" b="-65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组合 16"/>
          <p:cNvGrpSpPr/>
          <p:nvPr/>
        </p:nvGrpSpPr>
        <p:grpSpPr>
          <a:xfrm>
            <a:off x="4536645" y="1505903"/>
            <a:ext cx="3175022" cy="3203166"/>
            <a:chOff x="848233" y="1505903"/>
            <a:chExt cx="3175022" cy="3203166"/>
          </a:xfrm>
        </p:grpSpPr>
        <p:cxnSp>
          <p:nvCxnSpPr>
            <p:cNvPr id="18" name="直接箭头连接符 17"/>
            <p:cNvCxnSpPr/>
            <p:nvPr/>
          </p:nvCxnSpPr>
          <p:spPr>
            <a:xfrm>
              <a:off x="848233" y="3269069"/>
              <a:ext cx="2880000" cy="0"/>
            </a:xfrm>
            <a:prstGeom prst="straightConnector1">
              <a:avLst/>
            </a:prstGeom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9" name="直接箭头连接符 18"/>
            <p:cNvCxnSpPr/>
            <p:nvPr/>
          </p:nvCxnSpPr>
          <p:spPr>
            <a:xfrm flipH="1" flipV="1">
              <a:off x="2288233" y="1829069"/>
              <a:ext cx="0" cy="2880000"/>
            </a:xfrm>
            <a:prstGeom prst="straightConnector1">
              <a:avLst/>
            </a:prstGeom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文本框 19"/>
                <p:cNvSpPr txBox="1"/>
                <p:nvPr/>
              </p:nvSpPr>
              <p:spPr>
                <a:xfrm>
                  <a:off x="3728046" y="3084402"/>
                  <a:ext cx="29520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>
            <p:sp>
              <p:nvSpPr>
                <p:cNvPr id="20" name="文本框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28046" y="3084402"/>
                  <a:ext cx="295209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22917" r="-18750" b="-491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文本框 20"/>
                <p:cNvSpPr txBox="1"/>
                <p:nvPr/>
              </p:nvSpPr>
              <p:spPr>
                <a:xfrm>
                  <a:off x="2138598" y="1505903"/>
                  <a:ext cx="353751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>
            <p:sp>
              <p:nvSpPr>
                <p:cNvPr id="21" name="文本框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38598" y="1505903"/>
                  <a:ext cx="353751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18966" r="-15517" b="-65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" name="组合 21"/>
          <p:cNvGrpSpPr/>
          <p:nvPr/>
        </p:nvGrpSpPr>
        <p:grpSpPr>
          <a:xfrm>
            <a:off x="8225057" y="1505903"/>
            <a:ext cx="3228558" cy="3203166"/>
            <a:chOff x="848233" y="1505903"/>
            <a:chExt cx="3228558" cy="3203166"/>
          </a:xfrm>
        </p:grpSpPr>
        <p:cxnSp>
          <p:nvCxnSpPr>
            <p:cNvPr id="23" name="直接箭头连接符 22"/>
            <p:cNvCxnSpPr/>
            <p:nvPr/>
          </p:nvCxnSpPr>
          <p:spPr>
            <a:xfrm>
              <a:off x="848233" y="3269069"/>
              <a:ext cx="2880000" cy="0"/>
            </a:xfrm>
            <a:prstGeom prst="straightConnector1">
              <a:avLst/>
            </a:prstGeom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4" name="直接箭头连接符 23"/>
            <p:cNvCxnSpPr/>
            <p:nvPr/>
          </p:nvCxnSpPr>
          <p:spPr>
            <a:xfrm flipH="1" flipV="1">
              <a:off x="2288233" y="1829069"/>
              <a:ext cx="0" cy="2880000"/>
            </a:xfrm>
            <a:prstGeom prst="straightConnector1">
              <a:avLst/>
            </a:prstGeom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文本框 24"/>
                <p:cNvSpPr txBox="1"/>
                <p:nvPr/>
              </p:nvSpPr>
              <p:spPr>
                <a:xfrm>
                  <a:off x="3781582" y="3084402"/>
                  <a:ext cx="29520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25" name="文本框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81582" y="3084402"/>
                  <a:ext cx="295209" cy="369332"/>
                </a:xfrm>
                <a:prstGeom prst="rect">
                  <a:avLst/>
                </a:prstGeom>
                <a:blipFill>
                  <a:blip r:embed="rId6"/>
                  <a:stretch>
                    <a:fillRect l="-20408" r="-18367" b="-491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文本框 25"/>
                <p:cNvSpPr txBox="1"/>
                <p:nvPr/>
              </p:nvSpPr>
              <p:spPr>
                <a:xfrm>
                  <a:off x="2155567" y="1505903"/>
                  <a:ext cx="353751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26" name="文本框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5567" y="1505903"/>
                  <a:ext cx="353751" cy="369332"/>
                </a:xfrm>
                <a:prstGeom prst="rect">
                  <a:avLst/>
                </a:prstGeom>
                <a:blipFill>
                  <a:blip r:embed="rId7"/>
                  <a:stretch>
                    <a:fillRect l="-18966" r="-15517" b="-65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1" name="任意多边形 40"/>
          <p:cNvSpPr/>
          <p:nvPr/>
        </p:nvSpPr>
        <p:spPr>
          <a:xfrm>
            <a:off x="2288232" y="2143552"/>
            <a:ext cx="1311966" cy="811033"/>
          </a:xfrm>
          <a:custGeom>
            <a:avLst/>
            <a:gdLst>
              <a:gd name="connsiteX0" fmla="*/ 1311966 w 1311966"/>
              <a:gd name="connsiteY0" fmla="*/ 0 h 811033"/>
              <a:gd name="connsiteX1" fmla="*/ 572494 w 1311966"/>
              <a:gd name="connsiteY1" fmla="*/ 333954 h 811033"/>
              <a:gd name="connsiteX2" fmla="*/ 0 w 1311966"/>
              <a:gd name="connsiteY2" fmla="*/ 811033 h 811033"/>
              <a:gd name="connsiteX0" fmla="*/ 1311966 w 1311966"/>
              <a:gd name="connsiteY0" fmla="*/ 0 h 811033"/>
              <a:gd name="connsiteX1" fmla="*/ 556592 w 1311966"/>
              <a:gd name="connsiteY1" fmla="*/ 278294 h 811033"/>
              <a:gd name="connsiteX2" fmla="*/ 0 w 1311966"/>
              <a:gd name="connsiteY2" fmla="*/ 811033 h 811033"/>
              <a:gd name="connsiteX0" fmla="*/ 1311966 w 1311966"/>
              <a:gd name="connsiteY0" fmla="*/ 0 h 811033"/>
              <a:gd name="connsiteX1" fmla="*/ 556592 w 1311966"/>
              <a:gd name="connsiteY1" fmla="*/ 278294 h 811033"/>
              <a:gd name="connsiteX2" fmla="*/ 0 w 1311966"/>
              <a:gd name="connsiteY2" fmla="*/ 811033 h 811033"/>
              <a:gd name="connsiteX0" fmla="*/ 1311966 w 1311966"/>
              <a:gd name="connsiteY0" fmla="*/ 0 h 811033"/>
              <a:gd name="connsiteX1" fmla="*/ 548640 w 1311966"/>
              <a:gd name="connsiteY1" fmla="*/ 222635 h 811033"/>
              <a:gd name="connsiteX2" fmla="*/ 0 w 1311966"/>
              <a:gd name="connsiteY2" fmla="*/ 811033 h 811033"/>
              <a:gd name="connsiteX0" fmla="*/ 1311966 w 1311966"/>
              <a:gd name="connsiteY0" fmla="*/ 0 h 811033"/>
              <a:gd name="connsiteX1" fmla="*/ 548640 w 1311966"/>
              <a:gd name="connsiteY1" fmla="*/ 222635 h 811033"/>
              <a:gd name="connsiteX2" fmla="*/ 0 w 1311966"/>
              <a:gd name="connsiteY2" fmla="*/ 811033 h 811033"/>
              <a:gd name="connsiteX0" fmla="*/ 1311966 w 1311966"/>
              <a:gd name="connsiteY0" fmla="*/ 0 h 811033"/>
              <a:gd name="connsiteX1" fmla="*/ 548640 w 1311966"/>
              <a:gd name="connsiteY1" fmla="*/ 222635 h 811033"/>
              <a:gd name="connsiteX2" fmla="*/ 0 w 1311966"/>
              <a:gd name="connsiteY2" fmla="*/ 811033 h 811033"/>
              <a:gd name="connsiteX0" fmla="*/ 1311966 w 1311966"/>
              <a:gd name="connsiteY0" fmla="*/ 0 h 811033"/>
              <a:gd name="connsiteX1" fmla="*/ 548640 w 1311966"/>
              <a:gd name="connsiteY1" fmla="*/ 222635 h 811033"/>
              <a:gd name="connsiteX2" fmla="*/ 0 w 1311966"/>
              <a:gd name="connsiteY2" fmla="*/ 811033 h 811033"/>
              <a:gd name="connsiteX0" fmla="*/ 1311966 w 1311966"/>
              <a:gd name="connsiteY0" fmla="*/ 0 h 811033"/>
              <a:gd name="connsiteX1" fmla="*/ 548640 w 1311966"/>
              <a:gd name="connsiteY1" fmla="*/ 222635 h 811033"/>
              <a:gd name="connsiteX2" fmla="*/ 0 w 1311966"/>
              <a:gd name="connsiteY2" fmla="*/ 811033 h 811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11966" h="811033">
                <a:moveTo>
                  <a:pt x="1311966" y="0"/>
                </a:moveTo>
                <a:cubicBezTo>
                  <a:pt x="1035657" y="19878"/>
                  <a:pt x="735495" y="103365"/>
                  <a:pt x="548640" y="222635"/>
                </a:cubicBezTo>
                <a:cubicBezTo>
                  <a:pt x="361785" y="341905"/>
                  <a:pt x="121257" y="552614"/>
                  <a:pt x="0" y="811033"/>
                </a:cubicBezTo>
              </a:path>
            </a:pathLst>
          </a:custGeom>
          <a:noFill/>
          <a:ln w="317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42" name="任意多边形 41"/>
          <p:cNvSpPr/>
          <p:nvPr/>
        </p:nvSpPr>
        <p:spPr>
          <a:xfrm flipH="1" flipV="1">
            <a:off x="976269" y="3583552"/>
            <a:ext cx="1311966" cy="811033"/>
          </a:xfrm>
          <a:custGeom>
            <a:avLst/>
            <a:gdLst>
              <a:gd name="connsiteX0" fmla="*/ 1311966 w 1311966"/>
              <a:gd name="connsiteY0" fmla="*/ 0 h 811033"/>
              <a:gd name="connsiteX1" fmla="*/ 572494 w 1311966"/>
              <a:gd name="connsiteY1" fmla="*/ 333954 h 811033"/>
              <a:gd name="connsiteX2" fmla="*/ 0 w 1311966"/>
              <a:gd name="connsiteY2" fmla="*/ 811033 h 811033"/>
              <a:gd name="connsiteX0" fmla="*/ 1311966 w 1311966"/>
              <a:gd name="connsiteY0" fmla="*/ 0 h 811033"/>
              <a:gd name="connsiteX1" fmla="*/ 556592 w 1311966"/>
              <a:gd name="connsiteY1" fmla="*/ 278294 h 811033"/>
              <a:gd name="connsiteX2" fmla="*/ 0 w 1311966"/>
              <a:gd name="connsiteY2" fmla="*/ 811033 h 811033"/>
              <a:gd name="connsiteX0" fmla="*/ 1311966 w 1311966"/>
              <a:gd name="connsiteY0" fmla="*/ 0 h 811033"/>
              <a:gd name="connsiteX1" fmla="*/ 556592 w 1311966"/>
              <a:gd name="connsiteY1" fmla="*/ 278294 h 811033"/>
              <a:gd name="connsiteX2" fmla="*/ 0 w 1311966"/>
              <a:gd name="connsiteY2" fmla="*/ 811033 h 811033"/>
              <a:gd name="connsiteX0" fmla="*/ 1311966 w 1311966"/>
              <a:gd name="connsiteY0" fmla="*/ 0 h 811033"/>
              <a:gd name="connsiteX1" fmla="*/ 548640 w 1311966"/>
              <a:gd name="connsiteY1" fmla="*/ 222635 h 811033"/>
              <a:gd name="connsiteX2" fmla="*/ 0 w 1311966"/>
              <a:gd name="connsiteY2" fmla="*/ 811033 h 811033"/>
              <a:gd name="connsiteX0" fmla="*/ 1311966 w 1311966"/>
              <a:gd name="connsiteY0" fmla="*/ 0 h 811033"/>
              <a:gd name="connsiteX1" fmla="*/ 548640 w 1311966"/>
              <a:gd name="connsiteY1" fmla="*/ 222635 h 811033"/>
              <a:gd name="connsiteX2" fmla="*/ 0 w 1311966"/>
              <a:gd name="connsiteY2" fmla="*/ 811033 h 811033"/>
              <a:gd name="connsiteX0" fmla="*/ 1311966 w 1311966"/>
              <a:gd name="connsiteY0" fmla="*/ 0 h 811033"/>
              <a:gd name="connsiteX1" fmla="*/ 548640 w 1311966"/>
              <a:gd name="connsiteY1" fmla="*/ 222635 h 811033"/>
              <a:gd name="connsiteX2" fmla="*/ 0 w 1311966"/>
              <a:gd name="connsiteY2" fmla="*/ 811033 h 811033"/>
              <a:gd name="connsiteX0" fmla="*/ 1311966 w 1311966"/>
              <a:gd name="connsiteY0" fmla="*/ 0 h 811033"/>
              <a:gd name="connsiteX1" fmla="*/ 548640 w 1311966"/>
              <a:gd name="connsiteY1" fmla="*/ 222635 h 811033"/>
              <a:gd name="connsiteX2" fmla="*/ 0 w 1311966"/>
              <a:gd name="connsiteY2" fmla="*/ 811033 h 811033"/>
              <a:gd name="connsiteX0" fmla="*/ 1311966 w 1311966"/>
              <a:gd name="connsiteY0" fmla="*/ 0 h 811033"/>
              <a:gd name="connsiteX1" fmla="*/ 548640 w 1311966"/>
              <a:gd name="connsiteY1" fmla="*/ 222635 h 811033"/>
              <a:gd name="connsiteX2" fmla="*/ 0 w 1311966"/>
              <a:gd name="connsiteY2" fmla="*/ 811033 h 811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11966" h="811033">
                <a:moveTo>
                  <a:pt x="1311966" y="0"/>
                </a:moveTo>
                <a:cubicBezTo>
                  <a:pt x="1035657" y="19878"/>
                  <a:pt x="735495" y="103365"/>
                  <a:pt x="548640" y="222635"/>
                </a:cubicBezTo>
                <a:cubicBezTo>
                  <a:pt x="361785" y="341905"/>
                  <a:pt x="121257" y="552614"/>
                  <a:pt x="0" y="811033"/>
                </a:cubicBezTo>
              </a:path>
            </a:pathLst>
          </a:custGeom>
          <a:noFill/>
          <a:ln w="317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文本框 42"/>
              <p:cNvSpPr txBox="1"/>
              <p:nvPr/>
            </p:nvSpPr>
            <p:spPr>
              <a:xfrm>
                <a:off x="848233" y="2860612"/>
                <a:ext cx="95058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zh-CN" altLang="en-US" sz="2000" dirty="0"/>
              </a:p>
            </p:txBody>
          </p:sp>
        </mc:Choice>
        <mc:Fallback>
          <p:sp>
            <p:nvSpPr>
              <p:cNvPr id="43" name="文本框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233" y="2860612"/>
                <a:ext cx="950581" cy="369332"/>
              </a:xfrm>
              <a:prstGeom prst="rect">
                <a:avLst/>
              </a:prstGeom>
              <a:blipFill>
                <a:blip r:embed="rId8"/>
                <a:stretch>
                  <a:fillRect l="-5769" b="-98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任意多边形 44"/>
          <p:cNvSpPr/>
          <p:nvPr/>
        </p:nvSpPr>
        <p:spPr>
          <a:xfrm>
            <a:off x="5972015" y="2458035"/>
            <a:ext cx="1311966" cy="811033"/>
          </a:xfrm>
          <a:custGeom>
            <a:avLst/>
            <a:gdLst>
              <a:gd name="connsiteX0" fmla="*/ 1311966 w 1311966"/>
              <a:gd name="connsiteY0" fmla="*/ 0 h 811033"/>
              <a:gd name="connsiteX1" fmla="*/ 572494 w 1311966"/>
              <a:gd name="connsiteY1" fmla="*/ 333954 h 811033"/>
              <a:gd name="connsiteX2" fmla="*/ 0 w 1311966"/>
              <a:gd name="connsiteY2" fmla="*/ 811033 h 811033"/>
              <a:gd name="connsiteX0" fmla="*/ 1311966 w 1311966"/>
              <a:gd name="connsiteY0" fmla="*/ 0 h 811033"/>
              <a:gd name="connsiteX1" fmla="*/ 556592 w 1311966"/>
              <a:gd name="connsiteY1" fmla="*/ 278294 h 811033"/>
              <a:gd name="connsiteX2" fmla="*/ 0 w 1311966"/>
              <a:gd name="connsiteY2" fmla="*/ 811033 h 811033"/>
              <a:gd name="connsiteX0" fmla="*/ 1311966 w 1311966"/>
              <a:gd name="connsiteY0" fmla="*/ 0 h 811033"/>
              <a:gd name="connsiteX1" fmla="*/ 556592 w 1311966"/>
              <a:gd name="connsiteY1" fmla="*/ 278294 h 811033"/>
              <a:gd name="connsiteX2" fmla="*/ 0 w 1311966"/>
              <a:gd name="connsiteY2" fmla="*/ 811033 h 811033"/>
              <a:gd name="connsiteX0" fmla="*/ 1311966 w 1311966"/>
              <a:gd name="connsiteY0" fmla="*/ 0 h 811033"/>
              <a:gd name="connsiteX1" fmla="*/ 548640 w 1311966"/>
              <a:gd name="connsiteY1" fmla="*/ 222635 h 811033"/>
              <a:gd name="connsiteX2" fmla="*/ 0 w 1311966"/>
              <a:gd name="connsiteY2" fmla="*/ 811033 h 811033"/>
              <a:gd name="connsiteX0" fmla="*/ 1311966 w 1311966"/>
              <a:gd name="connsiteY0" fmla="*/ 0 h 811033"/>
              <a:gd name="connsiteX1" fmla="*/ 548640 w 1311966"/>
              <a:gd name="connsiteY1" fmla="*/ 222635 h 811033"/>
              <a:gd name="connsiteX2" fmla="*/ 0 w 1311966"/>
              <a:gd name="connsiteY2" fmla="*/ 811033 h 811033"/>
              <a:gd name="connsiteX0" fmla="*/ 1311966 w 1311966"/>
              <a:gd name="connsiteY0" fmla="*/ 0 h 811033"/>
              <a:gd name="connsiteX1" fmla="*/ 548640 w 1311966"/>
              <a:gd name="connsiteY1" fmla="*/ 222635 h 811033"/>
              <a:gd name="connsiteX2" fmla="*/ 0 w 1311966"/>
              <a:gd name="connsiteY2" fmla="*/ 811033 h 811033"/>
              <a:gd name="connsiteX0" fmla="*/ 1311966 w 1311966"/>
              <a:gd name="connsiteY0" fmla="*/ 0 h 811033"/>
              <a:gd name="connsiteX1" fmla="*/ 548640 w 1311966"/>
              <a:gd name="connsiteY1" fmla="*/ 222635 h 811033"/>
              <a:gd name="connsiteX2" fmla="*/ 0 w 1311966"/>
              <a:gd name="connsiteY2" fmla="*/ 811033 h 811033"/>
              <a:gd name="connsiteX0" fmla="*/ 1311966 w 1311966"/>
              <a:gd name="connsiteY0" fmla="*/ 0 h 811033"/>
              <a:gd name="connsiteX1" fmla="*/ 548640 w 1311966"/>
              <a:gd name="connsiteY1" fmla="*/ 222635 h 811033"/>
              <a:gd name="connsiteX2" fmla="*/ 0 w 1311966"/>
              <a:gd name="connsiteY2" fmla="*/ 811033 h 811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11966" h="811033">
                <a:moveTo>
                  <a:pt x="1311966" y="0"/>
                </a:moveTo>
                <a:cubicBezTo>
                  <a:pt x="1035657" y="19878"/>
                  <a:pt x="735495" y="103365"/>
                  <a:pt x="548640" y="222635"/>
                </a:cubicBezTo>
                <a:cubicBezTo>
                  <a:pt x="361785" y="341905"/>
                  <a:pt x="121257" y="552614"/>
                  <a:pt x="0" y="811033"/>
                </a:cubicBezTo>
              </a:path>
            </a:pathLst>
          </a:custGeom>
          <a:noFill/>
          <a:ln w="317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46" name="任意多边形 45"/>
          <p:cNvSpPr/>
          <p:nvPr/>
        </p:nvSpPr>
        <p:spPr>
          <a:xfrm flipH="1" flipV="1">
            <a:off x="4669310" y="3269068"/>
            <a:ext cx="1311966" cy="811033"/>
          </a:xfrm>
          <a:custGeom>
            <a:avLst/>
            <a:gdLst>
              <a:gd name="connsiteX0" fmla="*/ 1311966 w 1311966"/>
              <a:gd name="connsiteY0" fmla="*/ 0 h 811033"/>
              <a:gd name="connsiteX1" fmla="*/ 572494 w 1311966"/>
              <a:gd name="connsiteY1" fmla="*/ 333954 h 811033"/>
              <a:gd name="connsiteX2" fmla="*/ 0 w 1311966"/>
              <a:gd name="connsiteY2" fmla="*/ 811033 h 811033"/>
              <a:gd name="connsiteX0" fmla="*/ 1311966 w 1311966"/>
              <a:gd name="connsiteY0" fmla="*/ 0 h 811033"/>
              <a:gd name="connsiteX1" fmla="*/ 556592 w 1311966"/>
              <a:gd name="connsiteY1" fmla="*/ 278294 h 811033"/>
              <a:gd name="connsiteX2" fmla="*/ 0 w 1311966"/>
              <a:gd name="connsiteY2" fmla="*/ 811033 h 811033"/>
              <a:gd name="connsiteX0" fmla="*/ 1311966 w 1311966"/>
              <a:gd name="connsiteY0" fmla="*/ 0 h 811033"/>
              <a:gd name="connsiteX1" fmla="*/ 556592 w 1311966"/>
              <a:gd name="connsiteY1" fmla="*/ 278294 h 811033"/>
              <a:gd name="connsiteX2" fmla="*/ 0 w 1311966"/>
              <a:gd name="connsiteY2" fmla="*/ 811033 h 811033"/>
              <a:gd name="connsiteX0" fmla="*/ 1311966 w 1311966"/>
              <a:gd name="connsiteY0" fmla="*/ 0 h 811033"/>
              <a:gd name="connsiteX1" fmla="*/ 548640 w 1311966"/>
              <a:gd name="connsiteY1" fmla="*/ 222635 h 811033"/>
              <a:gd name="connsiteX2" fmla="*/ 0 w 1311966"/>
              <a:gd name="connsiteY2" fmla="*/ 811033 h 811033"/>
              <a:gd name="connsiteX0" fmla="*/ 1311966 w 1311966"/>
              <a:gd name="connsiteY0" fmla="*/ 0 h 811033"/>
              <a:gd name="connsiteX1" fmla="*/ 548640 w 1311966"/>
              <a:gd name="connsiteY1" fmla="*/ 222635 h 811033"/>
              <a:gd name="connsiteX2" fmla="*/ 0 w 1311966"/>
              <a:gd name="connsiteY2" fmla="*/ 811033 h 811033"/>
              <a:gd name="connsiteX0" fmla="*/ 1311966 w 1311966"/>
              <a:gd name="connsiteY0" fmla="*/ 0 h 811033"/>
              <a:gd name="connsiteX1" fmla="*/ 548640 w 1311966"/>
              <a:gd name="connsiteY1" fmla="*/ 222635 h 811033"/>
              <a:gd name="connsiteX2" fmla="*/ 0 w 1311966"/>
              <a:gd name="connsiteY2" fmla="*/ 811033 h 811033"/>
              <a:gd name="connsiteX0" fmla="*/ 1311966 w 1311966"/>
              <a:gd name="connsiteY0" fmla="*/ 0 h 811033"/>
              <a:gd name="connsiteX1" fmla="*/ 548640 w 1311966"/>
              <a:gd name="connsiteY1" fmla="*/ 222635 h 811033"/>
              <a:gd name="connsiteX2" fmla="*/ 0 w 1311966"/>
              <a:gd name="connsiteY2" fmla="*/ 811033 h 811033"/>
              <a:gd name="connsiteX0" fmla="*/ 1311966 w 1311966"/>
              <a:gd name="connsiteY0" fmla="*/ 0 h 811033"/>
              <a:gd name="connsiteX1" fmla="*/ 548640 w 1311966"/>
              <a:gd name="connsiteY1" fmla="*/ 222635 h 811033"/>
              <a:gd name="connsiteX2" fmla="*/ 0 w 1311966"/>
              <a:gd name="connsiteY2" fmla="*/ 811033 h 811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11966" h="811033">
                <a:moveTo>
                  <a:pt x="1311966" y="0"/>
                </a:moveTo>
                <a:cubicBezTo>
                  <a:pt x="1035657" y="19878"/>
                  <a:pt x="735495" y="103365"/>
                  <a:pt x="548640" y="222635"/>
                </a:cubicBezTo>
                <a:cubicBezTo>
                  <a:pt x="361785" y="341905"/>
                  <a:pt x="121257" y="552614"/>
                  <a:pt x="0" y="811033"/>
                </a:cubicBezTo>
              </a:path>
            </a:pathLst>
          </a:custGeom>
          <a:noFill/>
          <a:ln w="317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文本框 46"/>
              <p:cNvSpPr txBox="1"/>
              <p:nvPr/>
            </p:nvSpPr>
            <p:spPr>
              <a:xfrm>
                <a:off x="4539463" y="2860612"/>
                <a:ext cx="94897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47" name="文本框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9463" y="2860612"/>
                <a:ext cx="948978" cy="369332"/>
              </a:xfrm>
              <a:prstGeom prst="rect">
                <a:avLst/>
              </a:prstGeom>
              <a:blipFill>
                <a:blip r:embed="rId9"/>
                <a:stretch>
                  <a:fillRect l="-6452" b="-98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文本框 47"/>
              <p:cNvSpPr txBox="1"/>
              <p:nvPr/>
            </p:nvSpPr>
            <p:spPr>
              <a:xfrm>
                <a:off x="8274970" y="2860612"/>
                <a:ext cx="95058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48" name="文本框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4970" y="2860612"/>
                <a:ext cx="950581" cy="369332"/>
              </a:xfrm>
              <a:prstGeom prst="rect">
                <a:avLst/>
              </a:prstGeom>
              <a:blipFill>
                <a:blip r:embed="rId10"/>
                <a:stretch>
                  <a:fillRect l="-5769" b="-98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直接连接符 49"/>
          <p:cNvCxnSpPr/>
          <p:nvPr/>
        </p:nvCxnSpPr>
        <p:spPr>
          <a:xfrm flipH="1">
            <a:off x="9661119" y="2329732"/>
            <a:ext cx="1214347" cy="939336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 flipV="1">
            <a:off x="8436861" y="3269068"/>
            <a:ext cx="1214347" cy="939336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52"/>
          <p:cNvSpPr txBox="1"/>
          <p:nvPr/>
        </p:nvSpPr>
        <p:spPr>
          <a:xfrm>
            <a:off x="3621377" y="4346988"/>
            <a:ext cx="5501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smtClean="0"/>
              <a:t>(a)</a:t>
            </a:r>
            <a:endParaRPr lang="zh-CN" altLang="en-US" sz="2400" b="1" dirty="0"/>
          </a:p>
        </p:txBody>
      </p:sp>
      <p:sp>
        <p:nvSpPr>
          <p:cNvPr id="55" name="文本框 54"/>
          <p:cNvSpPr txBox="1"/>
          <p:nvPr/>
        </p:nvSpPr>
        <p:spPr>
          <a:xfrm>
            <a:off x="7296563" y="4346988"/>
            <a:ext cx="5757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smtClean="0"/>
              <a:t>(b)</a:t>
            </a:r>
            <a:endParaRPr lang="zh-CN" altLang="en-US" sz="2400" b="1" dirty="0"/>
          </a:p>
        </p:txBody>
      </p:sp>
      <p:sp>
        <p:nvSpPr>
          <p:cNvPr id="56" name="文本框 55"/>
          <p:cNvSpPr txBox="1"/>
          <p:nvPr/>
        </p:nvSpPr>
        <p:spPr>
          <a:xfrm>
            <a:off x="10989384" y="4346988"/>
            <a:ext cx="5341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smtClean="0"/>
              <a:t>(c)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2069709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27</Words>
  <Application>Microsoft Office PowerPoint</Application>
  <PresentationFormat>宽屏</PresentationFormat>
  <Paragraphs>12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Cambria Math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tao runkai</dc:creator>
  <cp:lastModifiedBy>tao runkai</cp:lastModifiedBy>
  <cp:revision>4</cp:revision>
  <dcterms:created xsi:type="dcterms:W3CDTF">2018-12-24T11:35:34Z</dcterms:created>
  <dcterms:modified xsi:type="dcterms:W3CDTF">2018-12-27T07:58:38Z</dcterms:modified>
</cp:coreProperties>
</file>